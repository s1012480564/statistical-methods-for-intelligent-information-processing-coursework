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2" r:id="rId3"/>
    <p:sldId id="264" r:id="rId4"/>
    <p:sldId id="265" r:id="rId5"/>
    <p:sldId id="263" r:id="rId6"/>
    <p:sldId id="267" r:id="rId7"/>
    <p:sldId id="268" r:id="rId8"/>
    <p:sldId id="271" r:id="rId9"/>
    <p:sldId id="266" r:id="rId10"/>
    <p:sldId id="269" r:id="rId11"/>
    <p:sldId id="270" r:id="rId12"/>
    <p:sldId id="261"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A59FC2-4360-4B50-911C-E38CD541389C}" v="148" dt="2024-11-03T15:42:05.5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2"/>
    <p:restoredTop sz="94686"/>
  </p:normalViewPr>
  <p:slideViewPr>
    <p:cSldViewPr>
      <p:cViewPr varScale="1">
        <p:scale>
          <a:sx n="83" d="100"/>
          <a:sy n="83" d="100"/>
        </p:scale>
        <p:origin x="73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喆 刘" userId="1b3a0b93f4946638" providerId="LiveId" clId="{51A59FC2-4360-4B50-911C-E38CD541389C}"/>
    <pc:docChg chg="undo custSel modSld">
      <pc:chgData name="喆 刘" userId="1b3a0b93f4946638" providerId="LiveId" clId="{51A59FC2-4360-4B50-911C-E38CD541389C}" dt="2024-11-03T15:42:05.597" v="866" actId="1076"/>
      <pc:docMkLst>
        <pc:docMk/>
      </pc:docMkLst>
      <pc:sldChg chg="addSp delSp modSp mod modAnim">
        <pc:chgData name="喆 刘" userId="1b3a0b93f4946638" providerId="LiveId" clId="{51A59FC2-4360-4B50-911C-E38CD541389C}" dt="2024-11-03T09:53:23.003" v="65" actId="20577"/>
        <pc:sldMkLst>
          <pc:docMk/>
          <pc:sldMk cId="1390368837" sldId="256"/>
        </pc:sldMkLst>
        <pc:spChg chg="add del mod">
          <ac:chgData name="喆 刘" userId="1b3a0b93f4946638" providerId="LiveId" clId="{51A59FC2-4360-4B50-911C-E38CD541389C}" dt="2024-11-03T09:53:16.381" v="56" actId="20577"/>
          <ac:spMkLst>
            <pc:docMk/>
            <pc:sldMk cId="1390368837" sldId="256"/>
            <ac:spMk id="4" creationId="{B1742F1D-C0FB-5B9B-B8FC-42A236D897FA}"/>
          </ac:spMkLst>
        </pc:spChg>
        <pc:spChg chg="mod">
          <ac:chgData name="喆 刘" userId="1b3a0b93f4946638" providerId="LiveId" clId="{51A59FC2-4360-4B50-911C-E38CD541389C}" dt="2024-11-03T09:53:23.003" v="65" actId="20577"/>
          <ac:spMkLst>
            <pc:docMk/>
            <pc:sldMk cId="1390368837" sldId="256"/>
            <ac:spMk id="7" creationId="{E0603E00-6F45-54DF-4902-83772A050E62}"/>
          </ac:spMkLst>
        </pc:spChg>
        <pc:spChg chg="mod">
          <ac:chgData name="喆 刘" userId="1b3a0b93f4946638" providerId="LiveId" clId="{51A59FC2-4360-4B50-911C-E38CD541389C}" dt="2024-11-03T09:52:57.916" v="2" actId="108"/>
          <ac:spMkLst>
            <pc:docMk/>
            <pc:sldMk cId="1390368837" sldId="256"/>
            <ac:spMk id="12" creationId="{454DDD52-7157-1A23-C9BB-1C35B5320B05}"/>
          </ac:spMkLst>
        </pc:spChg>
      </pc:sldChg>
      <pc:sldChg chg="addSp delSp modSp mod addAnim delAnim modAnim">
        <pc:chgData name="喆 刘" userId="1b3a0b93f4946638" providerId="LiveId" clId="{51A59FC2-4360-4B50-911C-E38CD541389C}" dt="2024-11-03T12:09:19.176" v="105"/>
        <pc:sldMkLst>
          <pc:docMk/>
          <pc:sldMk cId="4176504030" sldId="262"/>
        </pc:sldMkLst>
        <pc:spChg chg="add del mod">
          <ac:chgData name="喆 刘" userId="1b3a0b93f4946638" providerId="LiveId" clId="{51A59FC2-4360-4B50-911C-E38CD541389C}" dt="2024-11-03T12:09:19.176" v="105"/>
          <ac:spMkLst>
            <pc:docMk/>
            <pc:sldMk cId="4176504030" sldId="262"/>
            <ac:spMk id="6" creationId="{A7A9ABE9-3A8B-2DD3-0A46-6503FC4D5F78}"/>
          </ac:spMkLst>
        </pc:spChg>
        <pc:spChg chg="add del mod">
          <ac:chgData name="喆 刘" userId="1b3a0b93f4946638" providerId="LiveId" clId="{51A59FC2-4360-4B50-911C-E38CD541389C}" dt="2024-11-03T11:43:52.114" v="90" actId="20577"/>
          <ac:spMkLst>
            <pc:docMk/>
            <pc:sldMk cId="4176504030" sldId="262"/>
            <ac:spMk id="11" creationId="{144C8510-D72C-7B0C-ADE4-B64193280042}"/>
          </ac:spMkLst>
        </pc:spChg>
      </pc:sldChg>
      <pc:sldChg chg="addSp delSp modSp mod delAnim modAnim">
        <pc:chgData name="喆 刘" userId="1b3a0b93f4946638" providerId="LiveId" clId="{51A59FC2-4360-4B50-911C-E38CD541389C}" dt="2024-11-03T15:31:52.243" v="728" actId="1076"/>
        <pc:sldMkLst>
          <pc:docMk/>
          <pc:sldMk cId="259793350" sldId="263"/>
        </pc:sldMkLst>
        <pc:spChg chg="add mod">
          <ac:chgData name="喆 刘" userId="1b3a0b93f4946638" providerId="LiveId" clId="{51A59FC2-4360-4B50-911C-E38CD541389C}" dt="2024-11-03T15:30:29.874" v="706" actId="1076"/>
          <ac:spMkLst>
            <pc:docMk/>
            <pc:sldMk cId="259793350" sldId="263"/>
            <ac:spMk id="4" creationId="{2A50B97A-135E-92A3-10A0-B5C9734F9F13}"/>
          </ac:spMkLst>
        </pc:spChg>
        <pc:spChg chg="del mod">
          <ac:chgData name="喆 刘" userId="1b3a0b93f4946638" providerId="LiveId" clId="{51A59FC2-4360-4B50-911C-E38CD541389C}" dt="2024-11-03T15:28:30.735" v="687" actId="478"/>
          <ac:spMkLst>
            <pc:docMk/>
            <pc:sldMk cId="259793350" sldId="263"/>
            <ac:spMk id="6" creationId="{A7A9ABE9-3A8B-2DD3-0A46-6503FC4D5F78}"/>
          </ac:spMkLst>
        </pc:spChg>
        <pc:spChg chg="del">
          <ac:chgData name="喆 刘" userId="1b3a0b93f4946638" providerId="LiveId" clId="{51A59FC2-4360-4B50-911C-E38CD541389C}" dt="2024-11-03T15:28:31.591" v="688" actId="478"/>
          <ac:spMkLst>
            <pc:docMk/>
            <pc:sldMk cId="259793350" sldId="263"/>
            <ac:spMk id="7" creationId="{A7A9ABE9-3A8B-2DD3-0A46-6503FC4D5F78}"/>
          </ac:spMkLst>
        </pc:spChg>
        <pc:spChg chg="mod">
          <ac:chgData name="喆 刘" userId="1b3a0b93f4946638" providerId="LiveId" clId="{51A59FC2-4360-4B50-911C-E38CD541389C}" dt="2024-11-03T15:16:25.843" v="683" actId="20577"/>
          <ac:spMkLst>
            <pc:docMk/>
            <pc:sldMk cId="259793350" sldId="263"/>
            <ac:spMk id="11" creationId="{144C8510-D72C-7B0C-ADE4-B64193280042}"/>
          </ac:spMkLst>
        </pc:spChg>
        <pc:picChg chg="del">
          <ac:chgData name="喆 刘" userId="1b3a0b93f4946638" providerId="LiveId" clId="{51A59FC2-4360-4B50-911C-E38CD541389C}" dt="2024-11-03T15:28:28.483" v="685" actId="478"/>
          <ac:picMkLst>
            <pc:docMk/>
            <pc:sldMk cId="259793350" sldId="263"/>
            <ac:picMk id="2" creationId="{00000000-0000-0000-0000-000000000000}"/>
          </ac:picMkLst>
        </pc:picChg>
        <pc:picChg chg="del">
          <ac:chgData name="喆 刘" userId="1b3a0b93f4946638" providerId="LiveId" clId="{51A59FC2-4360-4B50-911C-E38CD541389C}" dt="2024-11-03T15:28:27.827" v="684" actId="478"/>
          <ac:picMkLst>
            <pc:docMk/>
            <pc:sldMk cId="259793350" sldId="263"/>
            <ac:picMk id="3" creationId="{00000000-0000-0000-0000-000000000000}"/>
          </ac:picMkLst>
        </pc:picChg>
        <pc:picChg chg="add mod">
          <ac:chgData name="喆 刘" userId="1b3a0b93f4946638" providerId="LiveId" clId="{51A59FC2-4360-4B50-911C-E38CD541389C}" dt="2024-11-03T15:31:07.040" v="716" actId="1076"/>
          <ac:picMkLst>
            <pc:docMk/>
            <pc:sldMk cId="259793350" sldId="263"/>
            <ac:picMk id="8" creationId="{F356DE79-532A-175B-274B-5AA3B8B2A564}"/>
          </ac:picMkLst>
        </pc:picChg>
        <pc:picChg chg="add mod">
          <ac:chgData name="喆 刘" userId="1b3a0b93f4946638" providerId="LiveId" clId="{51A59FC2-4360-4B50-911C-E38CD541389C}" dt="2024-11-03T15:31:52.243" v="728" actId="1076"/>
          <ac:picMkLst>
            <pc:docMk/>
            <pc:sldMk cId="259793350" sldId="263"/>
            <ac:picMk id="10" creationId="{4682D192-2C13-C715-70A4-B6E1C0B6E175}"/>
          </ac:picMkLst>
        </pc:picChg>
        <pc:picChg chg="add mod">
          <ac:chgData name="喆 刘" userId="1b3a0b93f4946638" providerId="LiveId" clId="{51A59FC2-4360-4B50-911C-E38CD541389C}" dt="2024-11-03T15:31:51.236" v="727" actId="1076"/>
          <ac:picMkLst>
            <pc:docMk/>
            <pc:sldMk cId="259793350" sldId="263"/>
            <ac:picMk id="12" creationId="{C64B3A7C-1F03-FDF3-F1EA-F064864CC3E4}"/>
          </ac:picMkLst>
        </pc:picChg>
      </pc:sldChg>
      <pc:sldChg chg="addSp delSp modSp mod delAnim modAnim">
        <pc:chgData name="喆 刘" userId="1b3a0b93f4946638" providerId="LiveId" clId="{51A59FC2-4360-4B50-911C-E38CD541389C}" dt="2024-11-03T12:58:18.269" v="501" actId="20577"/>
        <pc:sldMkLst>
          <pc:docMk/>
          <pc:sldMk cId="3876148331" sldId="264"/>
        </pc:sldMkLst>
        <pc:spChg chg="add mod">
          <ac:chgData name="喆 刘" userId="1b3a0b93f4946638" providerId="LiveId" clId="{51A59FC2-4360-4B50-911C-E38CD541389C}" dt="2024-11-03T12:20:52.853" v="143" actId="20577"/>
          <ac:spMkLst>
            <pc:docMk/>
            <pc:sldMk cId="3876148331" sldId="264"/>
            <ac:spMk id="3" creationId="{01AD24E5-668F-AE87-2ADA-F8C37E68F9B4}"/>
          </ac:spMkLst>
        </pc:spChg>
        <pc:spChg chg="del">
          <ac:chgData name="喆 刘" userId="1b3a0b93f4946638" providerId="LiveId" clId="{51A59FC2-4360-4B50-911C-E38CD541389C}" dt="2024-11-03T12:13:55.150" v="121" actId="478"/>
          <ac:spMkLst>
            <pc:docMk/>
            <pc:sldMk cId="3876148331" sldId="264"/>
            <ac:spMk id="6" creationId="{A7A9ABE9-3A8B-2DD3-0A46-6503FC4D5F78}"/>
          </ac:spMkLst>
        </pc:spChg>
        <pc:spChg chg="del mod">
          <ac:chgData name="喆 刘" userId="1b3a0b93f4946638" providerId="LiveId" clId="{51A59FC2-4360-4B50-911C-E38CD541389C}" dt="2024-11-03T12:13:52.015" v="118" actId="478"/>
          <ac:spMkLst>
            <pc:docMk/>
            <pc:sldMk cId="3876148331" sldId="264"/>
            <ac:spMk id="7" creationId="{A7A9ABE9-3A8B-2DD3-0A46-6503FC4D5F78}"/>
          </ac:spMkLst>
        </pc:spChg>
        <pc:spChg chg="del">
          <ac:chgData name="喆 刘" userId="1b3a0b93f4946638" providerId="LiveId" clId="{51A59FC2-4360-4B50-911C-E38CD541389C}" dt="2024-11-03T12:13:53.063" v="119" actId="478"/>
          <ac:spMkLst>
            <pc:docMk/>
            <pc:sldMk cId="3876148331" sldId="264"/>
            <ac:spMk id="8" creationId="{A7A9ABE9-3A8B-2DD3-0A46-6503FC4D5F78}"/>
          </ac:spMkLst>
        </pc:spChg>
        <pc:spChg chg="del mod">
          <ac:chgData name="喆 刘" userId="1b3a0b93f4946638" providerId="LiveId" clId="{51A59FC2-4360-4B50-911C-E38CD541389C}" dt="2024-11-03T12:13:47.626" v="112"/>
          <ac:spMkLst>
            <pc:docMk/>
            <pc:sldMk cId="3876148331" sldId="264"/>
            <ac:spMk id="9" creationId="{A7A9ABE9-3A8B-2DD3-0A46-6503FC4D5F78}"/>
          </ac:spMkLst>
        </pc:spChg>
        <pc:spChg chg="add del mod">
          <ac:chgData name="喆 刘" userId="1b3a0b93f4946638" providerId="LiveId" clId="{51A59FC2-4360-4B50-911C-E38CD541389C}" dt="2024-11-03T12:21:01.087" v="146"/>
          <ac:spMkLst>
            <pc:docMk/>
            <pc:sldMk cId="3876148331" sldId="264"/>
            <ac:spMk id="10" creationId="{A3A88A22-200F-3341-0E64-05253FB6ACB6}"/>
          </ac:spMkLst>
        </pc:spChg>
        <pc:spChg chg="del mod">
          <ac:chgData name="喆 刘" userId="1b3a0b93f4946638" providerId="LiveId" clId="{51A59FC2-4360-4B50-911C-E38CD541389C}" dt="2024-11-03T12:13:47.624" v="110"/>
          <ac:spMkLst>
            <pc:docMk/>
            <pc:sldMk cId="3876148331" sldId="264"/>
            <ac:spMk id="11" creationId="{144C8510-D72C-7B0C-ADE4-B64193280042}"/>
          </ac:spMkLst>
        </pc:spChg>
        <pc:spChg chg="del">
          <ac:chgData name="喆 刘" userId="1b3a0b93f4946638" providerId="LiveId" clId="{51A59FC2-4360-4B50-911C-E38CD541389C}" dt="2024-11-03T12:13:50.379" v="115" actId="478"/>
          <ac:spMkLst>
            <pc:docMk/>
            <pc:sldMk cId="3876148331" sldId="264"/>
            <ac:spMk id="13" creationId="{A7A9ABE9-3A8B-2DD3-0A46-6503FC4D5F78}"/>
          </ac:spMkLst>
        </pc:spChg>
        <pc:spChg chg="add mod">
          <ac:chgData name="喆 刘" userId="1b3a0b93f4946638" providerId="LiveId" clId="{51A59FC2-4360-4B50-911C-E38CD541389C}" dt="2024-11-03T12:46:13.766" v="444" actId="20577"/>
          <ac:spMkLst>
            <pc:docMk/>
            <pc:sldMk cId="3876148331" sldId="264"/>
            <ac:spMk id="15" creationId="{1EB301C6-5571-49CE-E768-6AF2B43D29D6}"/>
          </ac:spMkLst>
        </pc:spChg>
        <pc:spChg chg="add mod">
          <ac:chgData name="喆 刘" userId="1b3a0b93f4946638" providerId="LiveId" clId="{51A59FC2-4360-4B50-911C-E38CD541389C}" dt="2024-11-03T12:58:18.269" v="501" actId="20577"/>
          <ac:spMkLst>
            <pc:docMk/>
            <pc:sldMk cId="3876148331" sldId="264"/>
            <ac:spMk id="18" creationId="{454ED6D8-F0E8-09E2-AC93-ED0FDA94E774}"/>
          </ac:spMkLst>
        </pc:spChg>
        <pc:picChg chg="del">
          <ac:chgData name="喆 刘" userId="1b3a0b93f4946638" providerId="LiveId" clId="{51A59FC2-4360-4B50-911C-E38CD541389C}" dt="2024-11-03T12:13:53.544" v="120" actId="478"/>
          <ac:picMkLst>
            <pc:docMk/>
            <pc:sldMk cId="3876148331" sldId="264"/>
            <ac:picMk id="2" creationId="{00000000-0000-0000-0000-000000000000}"/>
          </ac:picMkLst>
        </pc:picChg>
        <pc:picChg chg="del">
          <ac:chgData name="喆 刘" userId="1b3a0b93f4946638" providerId="LiveId" clId="{51A59FC2-4360-4B50-911C-E38CD541389C}" dt="2024-11-03T12:13:47.622" v="108" actId="478"/>
          <ac:picMkLst>
            <pc:docMk/>
            <pc:sldMk cId="3876148331" sldId="264"/>
            <ac:picMk id="4" creationId="{00000000-0000-0000-0000-000000000000}"/>
          </ac:picMkLst>
        </pc:picChg>
        <pc:picChg chg="del">
          <ac:chgData name="喆 刘" userId="1b3a0b93f4946638" providerId="LiveId" clId="{51A59FC2-4360-4B50-911C-E38CD541389C}" dt="2024-11-03T12:13:49.084" v="114" actId="478"/>
          <ac:picMkLst>
            <pc:docMk/>
            <pc:sldMk cId="3876148331" sldId="264"/>
            <ac:picMk id="5" creationId="{00000000-0000-0000-0000-000000000000}"/>
          </ac:picMkLst>
        </pc:picChg>
        <pc:picChg chg="del">
          <ac:chgData name="喆 刘" userId="1b3a0b93f4946638" providerId="LiveId" clId="{51A59FC2-4360-4B50-911C-E38CD541389C}" dt="2024-11-03T12:13:48.557" v="113" actId="478"/>
          <ac:picMkLst>
            <pc:docMk/>
            <pc:sldMk cId="3876148331" sldId="264"/>
            <ac:picMk id="12" creationId="{00000000-0000-0000-0000-000000000000}"/>
          </ac:picMkLst>
        </pc:picChg>
        <pc:picChg chg="del">
          <ac:chgData name="喆 刘" userId="1b3a0b93f4946638" providerId="LiveId" clId="{51A59FC2-4360-4B50-911C-E38CD541389C}" dt="2024-11-03T12:13:50.813" v="116" actId="478"/>
          <ac:picMkLst>
            <pc:docMk/>
            <pc:sldMk cId="3876148331" sldId="264"/>
            <ac:picMk id="14" creationId="{00000000-0000-0000-0000-000000000000}"/>
          </ac:picMkLst>
        </pc:picChg>
        <pc:picChg chg="add mod">
          <ac:chgData name="喆 刘" userId="1b3a0b93f4946638" providerId="LiveId" clId="{51A59FC2-4360-4B50-911C-E38CD541389C}" dt="2024-11-03T12:46:50.227" v="449" actId="1076"/>
          <ac:picMkLst>
            <pc:docMk/>
            <pc:sldMk cId="3876148331" sldId="264"/>
            <ac:picMk id="17" creationId="{1CE2C232-4955-AD7B-26D6-42869F4F952B}"/>
          </ac:picMkLst>
        </pc:picChg>
      </pc:sldChg>
      <pc:sldChg chg="addSp delSp modSp mod modAnim">
        <pc:chgData name="喆 刘" userId="1b3a0b93f4946638" providerId="LiveId" clId="{51A59FC2-4360-4B50-911C-E38CD541389C}" dt="2024-11-03T15:16:09.379" v="673" actId="20577"/>
        <pc:sldMkLst>
          <pc:docMk/>
          <pc:sldMk cId="3976162457" sldId="265"/>
        </pc:sldMkLst>
        <pc:spChg chg="add del mod">
          <ac:chgData name="喆 刘" userId="1b3a0b93f4946638" providerId="LiveId" clId="{51A59FC2-4360-4B50-911C-E38CD541389C}" dt="2024-11-03T15:06:52.253" v="545"/>
          <ac:spMkLst>
            <pc:docMk/>
            <pc:sldMk cId="3976162457" sldId="265"/>
            <ac:spMk id="2" creationId="{5DFE2EC5-6EB6-B44B-2EE1-CDB74E95420B}"/>
          </ac:spMkLst>
        </pc:spChg>
        <pc:spChg chg="add mod">
          <ac:chgData name="喆 刘" userId="1b3a0b93f4946638" providerId="LiveId" clId="{51A59FC2-4360-4B50-911C-E38CD541389C}" dt="2024-11-03T15:13:45.764" v="547"/>
          <ac:spMkLst>
            <pc:docMk/>
            <pc:sldMk cId="3976162457" sldId="265"/>
            <ac:spMk id="3" creationId="{233E0D10-F60D-A5E0-1BE9-10C0FFACB2D8}"/>
          </ac:spMkLst>
        </pc:spChg>
        <pc:spChg chg="add mod">
          <ac:chgData name="喆 刘" userId="1b3a0b93f4946638" providerId="LiveId" clId="{51A59FC2-4360-4B50-911C-E38CD541389C}" dt="2024-11-03T15:15:18.114" v="556" actId="1076"/>
          <ac:spMkLst>
            <pc:docMk/>
            <pc:sldMk cId="3976162457" sldId="265"/>
            <ac:spMk id="5" creationId="{F32D2CFE-2BAF-F444-040D-FD30621A9FCE}"/>
          </ac:spMkLst>
        </pc:spChg>
        <pc:spChg chg="add mod">
          <ac:chgData name="喆 刘" userId="1b3a0b93f4946638" providerId="LiveId" clId="{51A59FC2-4360-4B50-911C-E38CD541389C}" dt="2024-11-03T15:16:09.379" v="673" actId="20577"/>
          <ac:spMkLst>
            <pc:docMk/>
            <pc:sldMk cId="3976162457" sldId="265"/>
            <ac:spMk id="6" creationId="{3F6ABEF2-DEB9-0256-A174-7CA5CB31A1EA}"/>
          </ac:spMkLst>
        </pc:spChg>
        <pc:spChg chg="mod">
          <ac:chgData name="喆 刘" userId="1b3a0b93f4946638" providerId="LiveId" clId="{51A59FC2-4360-4B50-911C-E38CD541389C}" dt="2024-11-03T15:06:37.769" v="542" actId="20577"/>
          <ac:spMkLst>
            <pc:docMk/>
            <pc:sldMk cId="3976162457" sldId="265"/>
            <ac:spMk id="11" creationId="{144C8510-D72C-7B0C-ADE4-B64193280042}"/>
          </ac:spMkLst>
        </pc:spChg>
        <pc:picChg chg="add mod">
          <ac:chgData name="喆 刘" userId="1b3a0b93f4946638" providerId="LiveId" clId="{51A59FC2-4360-4B50-911C-E38CD541389C}" dt="2024-11-03T15:13:58.234" v="551" actId="1076"/>
          <ac:picMkLst>
            <pc:docMk/>
            <pc:sldMk cId="3976162457" sldId="265"/>
            <ac:picMk id="4" creationId="{B0742C5A-D72C-E624-DEE6-57D39387FCBE}"/>
          </ac:picMkLst>
        </pc:picChg>
        <pc:picChg chg="del">
          <ac:chgData name="喆 刘" userId="1b3a0b93f4946638" providerId="LiveId" clId="{51A59FC2-4360-4B50-911C-E38CD541389C}" dt="2024-11-03T12:58:35.418" v="502" actId="478"/>
          <ac:picMkLst>
            <pc:docMk/>
            <pc:sldMk cId="3976162457" sldId="265"/>
            <ac:picMk id="10" creationId="{00000000-0000-0000-0000-000000000000}"/>
          </ac:picMkLst>
        </pc:picChg>
      </pc:sldChg>
      <pc:sldChg chg="addSp delSp modSp mod addAnim delAnim modAnim">
        <pc:chgData name="喆 刘" userId="1b3a0b93f4946638" providerId="LiveId" clId="{51A59FC2-4360-4B50-911C-E38CD541389C}" dt="2024-11-03T15:42:05.597" v="866" actId="1076"/>
        <pc:sldMkLst>
          <pc:docMk/>
          <pc:sldMk cId="3526419859" sldId="267"/>
        </pc:sldMkLst>
        <pc:spChg chg="add mod">
          <ac:chgData name="喆 刘" userId="1b3a0b93f4946638" providerId="LiveId" clId="{51A59FC2-4360-4B50-911C-E38CD541389C}" dt="2024-11-03T15:40:55.173" v="747" actId="20577"/>
          <ac:spMkLst>
            <pc:docMk/>
            <pc:sldMk cId="3526419859" sldId="267"/>
            <ac:spMk id="2" creationId="{C21C7B11-7E0D-457C-E828-983D013C83D6}"/>
          </ac:spMkLst>
        </pc:spChg>
        <pc:spChg chg="add mod">
          <ac:chgData name="喆 刘" userId="1b3a0b93f4946638" providerId="LiveId" clId="{51A59FC2-4360-4B50-911C-E38CD541389C}" dt="2024-11-03T15:41:55.720" v="861" actId="20577"/>
          <ac:spMkLst>
            <pc:docMk/>
            <pc:sldMk cId="3526419859" sldId="267"/>
            <ac:spMk id="5" creationId="{B9537CD1-0535-962F-C4DE-B691BD3028E9}"/>
          </ac:spMkLst>
        </pc:spChg>
        <pc:spChg chg="del mod">
          <ac:chgData name="喆 刘" userId="1b3a0b93f4946638" providerId="LiveId" clId="{51A59FC2-4360-4B50-911C-E38CD541389C}" dt="2024-11-03T15:38:13.957" v="743" actId="478"/>
          <ac:spMkLst>
            <pc:docMk/>
            <pc:sldMk cId="3526419859" sldId="267"/>
            <ac:spMk id="8" creationId="{A7A9ABE9-3A8B-2DD3-0A46-6503FC4D5F78}"/>
          </ac:spMkLst>
        </pc:spChg>
        <pc:spChg chg="del mod">
          <ac:chgData name="喆 刘" userId="1b3a0b93f4946638" providerId="LiveId" clId="{51A59FC2-4360-4B50-911C-E38CD541389C}" dt="2024-11-03T15:38:12.572" v="741"/>
          <ac:spMkLst>
            <pc:docMk/>
            <pc:sldMk cId="3526419859" sldId="267"/>
            <ac:spMk id="9" creationId="{A7A9ABE9-3A8B-2DD3-0A46-6503FC4D5F78}"/>
          </ac:spMkLst>
        </pc:spChg>
        <pc:spChg chg="add del mod">
          <ac:chgData name="喆 刘" userId="1b3a0b93f4946638" providerId="LiveId" clId="{51A59FC2-4360-4B50-911C-E38CD541389C}" dt="2024-11-03T15:33:57.074" v="737" actId="20577"/>
          <ac:spMkLst>
            <pc:docMk/>
            <pc:sldMk cId="3526419859" sldId="267"/>
            <ac:spMk id="11" creationId="{144C8510-D72C-7B0C-ADE4-B64193280042}"/>
          </ac:spMkLst>
        </pc:spChg>
        <pc:picChg chg="add mod">
          <ac:chgData name="喆 刘" userId="1b3a0b93f4946638" providerId="LiveId" clId="{51A59FC2-4360-4B50-911C-E38CD541389C}" dt="2024-11-03T15:41:02.985" v="750" actId="1076"/>
          <ac:picMkLst>
            <pc:docMk/>
            <pc:sldMk cId="3526419859" sldId="267"/>
            <ac:picMk id="3" creationId="{C78FDC26-44F9-3193-DCEB-03A9D3573258}"/>
          </ac:picMkLst>
        </pc:picChg>
        <pc:picChg chg="del">
          <ac:chgData name="喆 刘" userId="1b3a0b93f4946638" providerId="LiveId" clId="{51A59FC2-4360-4B50-911C-E38CD541389C}" dt="2024-11-03T15:38:12.571" v="739" actId="478"/>
          <ac:picMkLst>
            <pc:docMk/>
            <pc:sldMk cId="3526419859" sldId="267"/>
            <ac:picMk id="4" creationId="{00000000-0000-0000-0000-000000000000}"/>
          </ac:picMkLst>
        </pc:picChg>
        <pc:picChg chg="add mod">
          <ac:chgData name="喆 刘" userId="1b3a0b93f4946638" providerId="LiveId" clId="{51A59FC2-4360-4B50-911C-E38CD541389C}" dt="2024-11-03T15:42:05.597" v="866" actId="1076"/>
          <ac:picMkLst>
            <pc:docMk/>
            <pc:sldMk cId="3526419859" sldId="267"/>
            <ac:picMk id="6" creationId="{416B7F93-0456-33BC-CB63-868E8069F52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A251A2-C564-4988-A791-296884BA4011}" type="datetimeFigureOut">
              <a:rPr lang="zh-CN" altLang="en-US" smtClean="0"/>
              <a:t>2024/11/6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1D0D89-B0E3-428D-A5A1-56D901ECE230}" type="slidenum">
              <a:rPr lang="zh-CN" altLang="en-US" smtClean="0"/>
              <a:t>‹#›</a:t>
            </a:fld>
            <a:endParaRPr lang="zh-CN" altLang="en-US"/>
          </a:p>
        </p:txBody>
      </p:sp>
    </p:spTree>
    <p:extLst>
      <p:ext uri="{BB962C8B-B14F-4D97-AF65-F5344CB8AC3E}">
        <p14:creationId xmlns:p14="http://schemas.microsoft.com/office/powerpoint/2010/main" val="1787116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11/6/2024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8">
            <a:extLst>
              <a:ext uri="{FF2B5EF4-FFF2-40B4-BE49-F238E27FC236}">
                <a16:creationId xmlns:a16="http://schemas.microsoft.com/office/drawing/2014/main" id="{B1742F1D-C0FB-5B9B-B8FC-42A236D897FA}"/>
              </a:ext>
            </a:extLst>
          </p:cNvPr>
          <p:cNvSpPr txBox="1"/>
          <p:nvPr/>
        </p:nvSpPr>
        <p:spPr>
          <a:xfrm>
            <a:off x="2825375" y="2924614"/>
            <a:ext cx="3493264" cy="707886"/>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000" spc="300" dirty="0">
                <a:solidFill>
                  <a:schemeClr val="accent6"/>
                </a:solidFill>
                <a:latin typeface="Times New Roman"/>
                <a:ea typeface="微软雅黑"/>
                <a:sym typeface="Times New Roman"/>
              </a:rPr>
              <a:t>智能信息处理</a:t>
            </a:r>
          </a:p>
        </p:txBody>
      </p:sp>
      <p:sp>
        <p:nvSpPr>
          <p:cNvPr id="5" name="Freeform 5">
            <a:extLst>
              <a:ext uri="{FF2B5EF4-FFF2-40B4-BE49-F238E27FC236}">
                <a16:creationId xmlns:a16="http://schemas.microsoft.com/office/drawing/2014/main" id="{0F3382AA-2817-1DCF-EAD1-CA162AFB08ED}"/>
              </a:ext>
            </a:extLst>
          </p:cNvPr>
          <p:cNvSpPr>
            <a:spLocks/>
          </p:cNvSpPr>
          <p:nvPr/>
        </p:nvSpPr>
        <p:spPr bwMode="auto">
          <a:xfrm>
            <a:off x="1828800" y="4452191"/>
            <a:ext cx="651224" cy="651498"/>
          </a:xfrm>
          <a:custGeom>
            <a:avLst/>
            <a:gdLst>
              <a:gd name="T0" fmla="*/ 2134 w 2516"/>
              <a:gd name="T1" fmla="*/ 1950 h 2516"/>
              <a:gd name="T2" fmla="*/ 1950 w 2516"/>
              <a:gd name="T3" fmla="*/ 2134 h 2516"/>
              <a:gd name="T4" fmla="*/ 566 w 2516"/>
              <a:gd name="T5" fmla="*/ 2134 h 2516"/>
              <a:gd name="T6" fmla="*/ 382 w 2516"/>
              <a:gd name="T7" fmla="*/ 1950 h 2516"/>
              <a:gd name="T8" fmla="*/ 382 w 2516"/>
              <a:gd name="T9" fmla="*/ 566 h 2516"/>
              <a:gd name="T10" fmla="*/ 566 w 2516"/>
              <a:gd name="T11" fmla="*/ 382 h 2516"/>
              <a:gd name="T12" fmla="*/ 1950 w 2516"/>
              <a:gd name="T13" fmla="*/ 382 h 2516"/>
              <a:gd name="T14" fmla="*/ 2134 w 2516"/>
              <a:gd name="T15" fmla="*/ 566 h 2516"/>
              <a:gd name="T16" fmla="*/ 2134 w 2516"/>
              <a:gd name="T17" fmla="*/ 1950 h 2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16" h="2516">
                <a:moveTo>
                  <a:pt x="2134" y="1950"/>
                </a:moveTo>
                <a:cubicBezTo>
                  <a:pt x="1950" y="2134"/>
                  <a:pt x="1950" y="2134"/>
                  <a:pt x="1950" y="2134"/>
                </a:cubicBezTo>
                <a:cubicBezTo>
                  <a:pt x="1568" y="2516"/>
                  <a:pt x="948" y="2516"/>
                  <a:pt x="566" y="2134"/>
                </a:cubicBezTo>
                <a:cubicBezTo>
                  <a:pt x="382" y="1950"/>
                  <a:pt x="382" y="1950"/>
                  <a:pt x="382" y="1950"/>
                </a:cubicBezTo>
                <a:cubicBezTo>
                  <a:pt x="0" y="1568"/>
                  <a:pt x="0" y="948"/>
                  <a:pt x="382" y="566"/>
                </a:cubicBezTo>
                <a:cubicBezTo>
                  <a:pt x="566" y="382"/>
                  <a:pt x="566" y="382"/>
                  <a:pt x="566" y="382"/>
                </a:cubicBezTo>
                <a:cubicBezTo>
                  <a:pt x="948" y="0"/>
                  <a:pt x="1568" y="0"/>
                  <a:pt x="1950" y="382"/>
                </a:cubicBezTo>
                <a:cubicBezTo>
                  <a:pt x="2134" y="566"/>
                  <a:pt x="2134" y="566"/>
                  <a:pt x="2134" y="566"/>
                </a:cubicBezTo>
                <a:cubicBezTo>
                  <a:pt x="2516" y="948"/>
                  <a:pt x="2516" y="1568"/>
                  <a:pt x="2134" y="1950"/>
                </a:cubicBezTo>
                <a:close/>
              </a:path>
            </a:pathLst>
          </a:custGeom>
          <a:solidFill>
            <a:srgbClr val="3DEDFD"/>
          </a:solidFill>
          <a:ln>
            <a:noFill/>
          </a:ln>
          <a:effectLst>
            <a:outerShdw blurRad="673100" dist="241300" dir="5400000" algn="ctr" rotWithShape="0">
              <a:srgbClr val="3DEDFD">
                <a:alpha val="67000"/>
              </a:srgbClr>
            </a:outerShdw>
          </a:effectLst>
        </p:spPr>
        <p:txBody>
          <a:bodyPr vert="horz" wrap="square" lIns="34286" tIns="17143" rIns="34286" bIns="17143" numCol="1" anchor="ctr" anchorCtr="0" compatLnSpc="1">
            <a:prstTxWarp prst="textNoShape">
              <a:avLst/>
            </a:prstTxWarp>
          </a:bodyPr>
          <a:lstStyle/>
          <a:p>
            <a:pPr algn="ctr" defTabSz="342832">
              <a:defRPr/>
            </a:pPr>
            <a:endParaRPr lang="en-US" sz="3299" kern="0" dirty="0">
              <a:solidFill>
                <a:srgbClr val="FFFFFF"/>
              </a:solidFill>
              <a:latin typeface="Times New Roman"/>
              <a:ea typeface="微软雅黑"/>
              <a:cs typeface="Arial" panose="020B0604020202020204" pitchFamily="34" charset="0"/>
              <a:sym typeface="Times New Roman"/>
            </a:endParaRPr>
          </a:p>
        </p:txBody>
      </p:sp>
      <p:sp>
        <p:nvSpPr>
          <p:cNvPr id="6" name="Freeform 5">
            <a:extLst>
              <a:ext uri="{FF2B5EF4-FFF2-40B4-BE49-F238E27FC236}">
                <a16:creationId xmlns:a16="http://schemas.microsoft.com/office/drawing/2014/main" id="{3C1C148B-C947-CDA8-D18A-73CFBC0B2E7D}"/>
              </a:ext>
            </a:extLst>
          </p:cNvPr>
          <p:cNvSpPr>
            <a:spLocks/>
          </p:cNvSpPr>
          <p:nvPr/>
        </p:nvSpPr>
        <p:spPr bwMode="auto">
          <a:xfrm>
            <a:off x="5262562" y="4456394"/>
            <a:ext cx="651224" cy="651498"/>
          </a:xfrm>
          <a:custGeom>
            <a:avLst/>
            <a:gdLst>
              <a:gd name="T0" fmla="*/ 2134 w 2516"/>
              <a:gd name="T1" fmla="*/ 1950 h 2516"/>
              <a:gd name="T2" fmla="*/ 1950 w 2516"/>
              <a:gd name="T3" fmla="*/ 2134 h 2516"/>
              <a:gd name="T4" fmla="*/ 566 w 2516"/>
              <a:gd name="T5" fmla="*/ 2134 h 2516"/>
              <a:gd name="T6" fmla="*/ 382 w 2516"/>
              <a:gd name="T7" fmla="*/ 1950 h 2516"/>
              <a:gd name="T8" fmla="*/ 382 w 2516"/>
              <a:gd name="T9" fmla="*/ 566 h 2516"/>
              <a:gd name="T10" fmla="*/ 566 w 2516"/>
              <a:gd name="T11" fmla="*/ 382 h 2516"/>
              <a:gd name="T12" fmla="*/ 1950 w 2516"/>
              <a:gd name="T13" fmla="*/ 382 h 2516"/>
              <a:gd name="T14" fmla="*/ 2134 w 2516"/>
              <a:gd name="T15" fmla="*/ 566 h 2516"/>
              <a:gd name="T16" fmla="*/ 2134 w 2516"/>
              <a:gd name="T17" fmla="*/ 1950 h 2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16" h="2516">
                <a:moveTo>
                  <a:pt x="2134" y="1950"/>
                </a:moveTo>
                <a:cubicBezTo>
                  <a:pt x="1950" y="2134"/>
                  <a:pt x="1950" y="2134"/>
                  <a:pt x="1950" y="2134"/>
                </a:cubicBezTo>
                <a:cubicBezTo>
                  <a:pt x="1568" y="2516"/>
                  <a:pt x="948" y="2516"/>
                  <a:pt x="566" y="2134"/>
                </a:cubicBezTo>
                <a:cubicBezTo>
                  <a:pt x="382" y="1950"/>
                  <a:pt x="382" y="1950"/>
                  <a:pt x="382" y="1950"/>
                </a:cubicBezTo>
                <a:cubicBezTo>
                  <a:pt x="0" y="1568"/>
                  <a:pt x="0" y="948"/>
                  <a:pt x="382" y="566"/>
                </a:cubicBezTo>
                <a:cubicBezTo>
                  <a:pt x="566" y="382"/>
                  <a:pt x="566" y="382"/>
                  <a:pt x="566" y="382"/>
                </a:cubicBezTo>
                <a:cubicBezTo>
                  <a:pt x="948" y="0"/>
                  <a:pt x="1568" y="0"/>
                  <a:pt x="1950" y="382"/>
                </a:cubicBezTo>
                <a:cubicBezTo>
                  <a:pt x="2134" y="566"/>
                  <a:pt x="2134" y="566"/>
                  <a:pt x="2134" y="566"/>
                </a:cubicBezTo>
                <a:cubicBezTo>
                  <a:pt x="2516" y="948"/>
                  <a:pt x="2516" y="1568"/>
                  <a:pt x="2134" y="1950"/>
                </a:cubicBezTo>
                <a:close/>
              </a:path>
            </a:pathLst>
          </a:custGeom>
          <a:solidFill>
            <a:srgbClr val="8BEEE6"/>
          </a:solidFill>
          <a:ln>
            <a:noFill/>
          </a:ln>
          <a:effectLst>
            <a:outerShdw blurRad="673100" dist="241300" dir="5400000" algn="ctr" rotWithShape="0">
              <a:srgbClr val="1FD3C6">
                <a:alpha val="66667"/>
              </a:srgbClr>
            </a:outerShdw>
          </a:effectLst>
        </p:spPr>
        <p:txBody>
          <a:bodyPr vert="horz" wrap="square" lIns="34286" tIns="17143" rIns="34286" bIns="17143" numCol="1" anchor="ctr" anchorCtr="0" compatLnSpc="1">
            <a:prstTxWarp prst="textNoShape">
              <a:avLst/>
            </a:prstTxWarp>
          </a:bodyPr>
          <a:lstStyle/>
          <a:p>
            <a:pPr algn="ctr" defTabSz="342832">
              <a:defRPr/>
            </a:pPr>
            <a:endParaRPr lang="en-US" sz="3299" kern="0" dirty="0">
              <a:solidFill>
                <a:srgbClr val="FFFFFF"/>
              </a:solidFill>
              <a:latin typeface="Times New Roman"/>
              <a:ea typeface="微软雅黑"/>
              <a:cs typeface="Arial" panose="020B0604020202020204" pitchFamily="34" charset="0"/>
              <a:sym typeface="Times New Roman"/>
            </a:endParaRPr>
          </a:p>
        </p:txBody>
      </p:sp>
      <p:sp>
        <p:nvSpPr>
          <p:cNvPr id="7" name="TextBox 58">
            <a:extLst>
              <a:ext uri="{FF2B5EF4-FFF2-40B4-BE49-F238E27FC236}">
                <a16:creationId xmlns:a16="http://schemas.microsoft.com/office/drawing/2014/main" id="{E0603E00-6F45-54DF-4902-83772A050E62}"/>
              </a:ext>
            </a:extLst>
          </p:cNvPr>
          <p:cNvSpPr txBox="1"/>
          <p:nvPr/>
        </p:nvSpPr>
        <p:spPr>
          <a:xfrm>
            <a:off x="2545632" y="4646145"/>
            <a:ext cx="2477663" cy="338554"/>
          </a:xfrm>
          <a:prstGeom prst="rect">
            <a:avLst/>
          </a:prstGeom>
          <a:noFill/>
        </p:spPr>
        <p:txBody>
          <a:bodyPr wrap="square" rtlCol="0">
            <a:spAutoFit/>
          </a:bodyPr>
          <a:lstStyle/>
          <a:p>
            <a:pPr defTabSz="171381"/>
            <a:r>
              <a:rPr lang="en-US" altLang="zh-CN" sz="1600" dirty="0">
                <a:solidFill>
                  <a:schemeClr val="accent6"/>
                </a:solidFill>
                <a:latin typeface="Times New Roman"/>
                <a:ea typeface="微软雅黑"/>
                <a:sym typeface="Times New Roman"/>
              </a:rPr>
              <a:t>Authors: </a:t>
            </a:r>
            <a:r>
              <a:rPr lang="zh-CN" altLang="en-US" sz="1600" dirty="0">
                <a:solidFill>
                  <a:schemeClr val="accent6"/>
                </a:solidFill>
                <a:latin typeface="Times New Roman"/>
                <a:ea typeface="微软雅黑"/>
                <a:sym typeface="Times New Roman"/>
              </a:rPr>
              <a:t>刘喆，邓晨欣</a:t>
            </a:r>
            <a:endParaRPr lang="en-US" sz="1600" dirty="0">
              <a:solidFill>
                <a:schemeClr val="accent6"/>
              </a:solidFill>
              <a:latin typeface="Times New Roman"/>
              <a:ea typeface="微软雅黑"/>
              <a:sym typeface="Times New Roman"/>
            </a:endParaRPr>
          </a:p>
        </p:txBody>
      </p:sp>
      <p:sp>
        <p:nvSpPr>
          <p:cNvPr id="8" name="TextBox 59">
            <a:extLst>
              <a:ext uri="{FF2B5EF4-FFF2-40B4-BE49-F238E27FC236}">
                <a16:creationId xmlns:a16="http://schemas.microsoft.com/office/drawing/2014/main" id="{02ECAB04-5763-F464-151B-BE24E0994E52}"/>
              </a:ext>
            </a:extLst>
          </p:cNvPr>
          <p:cNvSpPr txBox="1"/>
          <p:nvPr/>
        </p:nvSpPr>
        <p:spPr>
          <a:xfrm>
            <a:off x="5966537" y="4650347"/>
            <a:ext cx="1621673" cy="338554"/>
          </a:xfrm>
          <a:prstGeom prst="rect">
            <a:avLst/>
          </a:prstGeom>
          <a:noFill/>
        </p:spPr>
        <p:txBody>
          <a:bodyPr wrap="square" rtlCol="0">
            <a:spAutoFit/>
          </a:bodyPr>
          <a:lstStyle/>
          <a:p>
            <a:pPr defTabSz="171381"/>
            <a:r>
              <a:rPr lang="en-US" sz="1600" dirty="0">
                <a:solidFill>
                  <a:schemeClr val="accent6"/>
                </a:solidFill>
                <a:latin typeface="Times New Roman"/>
                <a:ea typeface="微软雅黑"/>
                <a:sym typeface="Times New Roman"/>
              </a:rPr>
              <a:t>2024</a:t>
            </a:r>
            <a:r>
              <a:rPr lang="zh-CN" altLang="en-US" sz="1600" dirty="0">
                <a:solidFill>
                  <a:schemeClr val="accent6"/>
                </a:solidFill>
                <a:latin typeface="Times New Roman"/>
                <a:ea typeface="微软雅黑"/>
                <a:sym typeface="Times New Roman"/>
              </a:rPr>
              <a:t>年</a:t>
            </a:r>
            <a:r>
              <a:rPr lang="en-US" altLang="zh-CN" sz="1600" dirty="0" smtClean="0">
                <a:solidFill>
                  <a:schemeClr val="accent6"/>
                </a:solidFill>
                <a:latin typeface="Times New Roman"/>
                <a:ea typeface="微软雅黑"/>
                <a:sym typeface="Times New Roman"/>
              </a:rPr>
              <a:t>11</a:t>
            </a:r>
            <a:r>
              <a:rPr lang="zh-CN" altLang="en-US" sz="1600" dirty="0" smtClean="0">
                <a:solidFill>
                  <a:schemeClr val="accent6"/>
                </a:solidFill>
                <a:latin typeface="Times New Roman"/>
                <a:ea typeface="微软雅黑"/>
                <a:sym typeface="Times New Roman"/>
              </a:rPr>
              <a:t>月</a:t>
            </a:r>
            <a:r>
              <a:rPr lang="en-US" altLang="zh-CN" sz="1600" dirty="0">
                <a:solidFill>
                  <a:schemeClr val="accent6"/>
                </a:solidFill>
                <a:latin typeface="Times New Roman"/>
                <a:ea typeface="微软雅黑"/>
                <a:sym typeface="Times New Roman"/>
              </a:rPr>
              <a:t>6</a:t>
            </a:r>
            <a:r>
              <a:rPr lang="zh-CN" altLang="en-US" sz="1600" dirty="0" smtClean="0">
                <a:solidFill>
                  <a:schemeClr val="accent6"/>
                </a:solidFill>
                <a:latin typeface="Times New Roman"/>
                <a:ea typeface="微软雅黑"/>
                <a:sym typeface="Times New Roman"/>
              </a:rPr>
              <a:t>日</a:t>
            </a:r>
            <a:endParaRPr lang="en-US" sz="1600" dirty="0">
              <a:solidFill>
                <a:schemeClr val="accent6"/>
              </a:solidFill>
              <a:latin typeface="Times New Roman"/>
              <a:ea typeface="微软雅黑"/>
              <a:sym typeface="Times New Roman"/>
            </a:endParaRPr>
          </a:p>
        </p:txBody>
      </p:sp>
      <p:sp>
        <p:nvSpPr>
          <p:cNvPr id="10" name="Freeform 13">
            <a:extLst>
              <a:ext uri="{FF2B5EF4-FFF2-40B4-BE49-F238E27FC236}">
                <a16:creationId xmlns:a16="http://schemas.microsoft.com/office/drawing/2014/main" id="{D64564E3-616E-C5C2-BEFC-C146BC3667DA}"/>
              </a:ext>
            </a:extLst>
          </p:cNvPr>
          <p:cNvSpPr>
            <a:spLocks noEditPoints="1"/>
          </p:cNvSpPr>
          <p:nvPr/>
        </p:nvSpPr>
        <p:spPr bwMode="auto">
          <a:xfrm>
            <a:off x="2033878" y="4673717"/>
            <a:ext cx="241697" cy="236935"/>
          </a:xfrm>
          <a:custGeom>
            <a:avLst/>
            <a:gdLst>
              <a:gd name="T0" fmla="*/ 33 w 85"/>
              <a:gd name="T1" fmla="*/ 17 h 83"/>
              <a:gd name="T2" fmla="*/ 42 w 85"/>
              <a:gd name="T3" fmla="*/ 8 h 83"/>
              <a:gd name="T4" fmla="*/ 52 w 85"/>
              <a:gd name="T5" fmla="*/ 17 h 83"/>
              <a:gd name="T6" fmla="*/ 42 w 85"/>
              <a:gd name="T7" fmla="*/ 26 h 83"/>
              <a:gd name="T8" fmla="*/ 33 w 85"/>
              <a:gd name="T9" fmla="*/ 17 h 83"/>
              <a:gd name="T10" fmla="*/ 55 w 85"/>
              <a:gd name="T11" fmla="*/ 30 h 83"/>
              <a:gd name="T12" fmla="*/ 30 w 85"/>
              <a:gd name="T13" fmla="*/ 30 h 83"/>
              <a:gd name="T14" fmla="*/ 27 w 85"/>
              <a:gd name="T15" fmla="*/ 34 h 83"/>
              <a:gd name="T16" fmla="*/ 27 w 85"/>
              <a:gd name="T17" fmla="*/ 55 h 83"/>
              <a:gd name="T18" fmla="*/ 30 w 85"/>
              <a:gd name="T19" fmla="*/ 58 h 83"/>
              <a:gd name="T20" fmla="*/ 33 w 85"/>
              <a:gd name="T21" fmla="*/ 58 h 83"/>
              <a:gd name="T22" fmla="*/ 33 w 85"/>
              <a:gd name="T23" fmla="*/ 80 h 83"/>
              <a:gd name="T24" fmla="*/ 36 w 85"/>
              <a:gd name="T25" fmla="*/ 83 h 83"/>
              <a:gd name="T26" fmla="*/ 49 w 85"/>
              <a:gd name="T27" fmla="*/ 83 h 83"/>
              <a:gd name="T28" fmla="*/ 52 w 85"/>
              <a:gd name="T29" fmla="*/ 80 h 83"/>
              <a:gd name="T30" fmla="*/ 52 w 85"/>
              <a:gd name="T31" fmla="*/ 58 h 83"/>
              <a:gd name="T32" fmla="*/ 55 w 85"/>
              <a:gd name="T33" fmla="*/ 58 h 83"/>
              <a:gd name="T34" fmla="*/ 58 w 85"/>
              <a:gd name="T35" fmla="*/ 55 h 83"/>
              <a:gd name="T36" fmla="*/ 58 w 85"/>
              <a:gd name="T37" fmla="*/ 34 h 83"/>
              <a:gd name="T38" fmla="*/ 55 w 85"/>
              <a:gd name="T39" fmla="*/ 30 h 83"/>
              <a:gd name="T40" fmla="*/ 70 w 85"/>
              <a:gd name="T41" fmla="*/ 17 h 83"/>
              <a:gd name="T42" fmla="*/ 79 w 85"/>
              <a:gd name="T43" fmla="*/ 8 h 83"/>
              <a:gd name="T44" fmla="*/ 70 w 85"/>
              <a:gd name="T45" fmla="*/ 0 h 83"/>
              <a:gd name="T46" fmla="*/ 61 w 85"/>
              <a:gd name="T47" fmla="*/ 8 h 83"/>
              <a:gd name="T48" fmla="*/ 70 w 85"/>
              <a:gd name="T49" fmla="*/ 17 h 83"/>
              <a:gd name="T50" fmla="*/ 82 w 85"/>
              <a:gd name="T51" fmla="*/ 21 h 83"/>
              <a:gd name="T52" fmla="*/ 59 w 85"/>
              <a:gd name="T53" fmla="*/ 21 h 83"/>
              <a:gd name="T54" fmla="*/ 56 w 85"/>
              <a:gd name="T55" fmla="*/ 24 h 83"/>
              <a:gd name="T56" fmla="*/ 56 w 85"/>
              <a:gd name="T57" fmla="*/ 24 h 83"/>
              <a:gd name="T58" fmla="*/ 65 w 85"/>
              <a:gd name="T59" fmla="*/ 34 h 83"/>
              <a:gd name="T60" fmla="*/ 65 w 85"/>
              <a:gd name="T61" fmla="*/ 55 h 83"/>
              <a:gd name="T62" fmla="*/ 61 w 85"/>
              <a:gd name="T63" fmla="*/ 62 h 83"/>
              <a:gd name="T64" fmla="*/ 61 w 85"/>
              <a:gd name="T65" fmla="*/ 67 h 83"/>
              <a:gd name="T66" fmla="*/ 64 w 85"/>
              <a:gd name="T67" fmla="*/ 70 h 83"/>
              <a:gd name="T68" fmla="*/ 76 w 85"/>
              <a:gd name="T69" fmla="*/ 70 h 83"/>
              <a:gd name="T70" fmla="*/ 79 w 85"/>
              <a:gd name="T71" fmla="*/ 67 h 83"/>
              <a:gd name="T72" fmla="*/ 79 w 85"/>
              <a:gd name="T73" fmla="*/ 46 h 83"/>
              <a:gd name="T74" fmla="*/ 82 w 85"/>
              <a:gd name="T75" fmla="*/ 46 h 83"/>
              <a:gd name="T76" fmla="*/ 85 w 85"/>
              <a:gd name="T77" fmla="*/ 43 h 83"/>
              <a:gd name="T78" fmla="*/ 85 w 85"/>
              <a:gd name="T79" fmla="*/ 24 h 83"/>
              <a:gd name="T80" fmla="*/ 82 w 85"/>
              <a:gd name="T81" fmla="*/ 21 h 83"/>
              <a:gd name="T82" fmla="*/ 24 w 85"/>
              <a:gd name="T83" fmla="*/ 8 h 83"/>
              <a:gd name="T84" fmla="*/ 15 w 85"/>
              <a:gd name="T85" fmla="*/ 0 h 83"/>
              <a:gd name="T86" fmla="*/ 6 w 85"/>
              <a:gd name="T87" fmla="*/ 8 h 83"/>
              <a:gd name="T88" fmla="*/ 15 w 85"/>
              <a:gd name="T89" fmla="*/ 17 h 83"/>
              <a:gd name="T90" fmla="*/ 24 w 85"/>
              <a:gd name="T91" fmla="*/ 8 h 83"/>
              <a:gd name="T92" fmla="*/ 0 w 85"/>
              <a:gd name="T93" fmla="*/ 24 h 83"/>
              <a:gd name="T94" fmla="*/ 0 w 85"/>
              <a:gd name="T95" fmla="*/ 43 h 83"/>
              <a:gd name="T96" fmla="*/ 3 w 85"/>
              <a:gd name="T97" fmla="*/ 46 h 83"/>
              <a:gd name="T98" fmla="*/ 6 w 85"/>
              <a:gd name="T99" fmla="*/ 46 h 83"/>
              <a:gd name="T100" fmla="*/ 6 w 85"/>
              <a:gd name="T101" fmla="*/ 67 h 83"/>
              <a:gd name="T102" fmla="*/ 9 w 85"/>
              <a:gd name="T103" fmla="*/ 70 h 83"/>
              <a:gd name="T104" fmla="*/ 20 w 85"/>
              <a:gd name="T105" fmla="*/ 70 h 83"/>
              <a:gd name="T106" fmla="*/ 23 w 85"/>
              <a:gd name="T107" fmla="*/ 67 h 83"/>
              <a:gd name="T108" fmla="*/ 23 w 85"/>
              <a:gd name="T109" fmla="*/ 62 h 83"/>
              <a:gd name="T110" fmla="*/ 20 w 85"/>
              <a:gd name="T111" fmla="*/ 55 h 83"/>
              <a:gd name="T112" fmla="*/ 20 w 85"/>
              <a:gd name="T113" fmla="*/ 34 h 83"/>
              <a:gd name="T114" fmla="*/ 29 w 85"/>
              <a:gd name="T115" fmla="*/ 24 h 83"/>
              <a:gd name="T116" fmla="*/ 29 w 85"/>
              <a:gd name="T117" fmla="*/ 24 h 83"/>
              <a:gd name="T118" fmla="*/ 26 w 85"/>
              <a:gd name="T119" fmla="*/ 21 h 83"/>
              <a:gd name="T120" fmla="*/ 3 w 85"/>
              <a:gd name="T121" fmla="*/ 21 h 83"/>
              <a:gd name="T122" fmla="*/ 0 w 85"/>
              <a:gd name="T123" fmla="*/ 2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 h="83">
                <a:moveTo>
                  <a:pt x="33" y="17"/>
                </a:moveTo>
                <a:cubicBezTo>
                  <a:pt x="33" y="12"/>
                  <a:pt x="37" y="8"/>
                  <a:pt x="42" y="8"/>
                </a:cubicBezTo>
                <a:cubicBezTo>
                  <a:pt x="48" y="8"/>
                  <a:pt x="52" y="12"/>
                  <a:pt x="52" y="17"/>
                </a:cubicBezTo>
                <a:cubicBezTo>
                  <a:pt x="52" y="22"/>
                  <a:pt x="48" y="26"/>
                  <a:pt x="42" y="26"/>
                </a:cubicBezTo>
                <a:cubicBezTo>
                  <a:pt x="37" y="26"/>
                  <a:pt x="33" y="22"/>
                  <a:pt x="33" y="17"/>
                </a:cubicBezTo>
                <a:close/>
                <a:moveTo>
                  <a:pt x="55" y="30"/>
                </a:moveTo>
                <a:cubicBezTo>
                  <a:pt x="30" y="30"/>
                  <a:pt x="30" y="30"/>
                  <a:pt x="30" y="30"/>
                </a:cubicBezTo>
                <a:cubicBezTo>
                  <a:pt x="28" y="30"/>
                  <a:pt x="27" y="32"/>
                  <a:pt x="27" y="34"/>
                </a:cubicBezTo>
                <a:cubicBezTo>
                  <a:pt x="27" y="55"/>
                  <a:pt x="27" y="55"/>
                  <a:pt x="27" y="55"/>
                </a:cubicBezTo>
                <a:cubicBezTo>
                  <a:pt x="27" y="57"/>
                  <a:pt x="28" y="58"/>
                  <a:pt x="30" y="58"/>
                </a:cubicBezTo>
                <a:cubicBezTo>
                  <a:pt x="33" y="58"/>
                  <a:pt x="33" y="58"/>
                  <a:pt x="33" y="58"/>
                </a:cubicBezTo>
                <a:cubicBezTo>
                  <a:pt x="33" y="80"/>
                  <a:pt x="33" y="80"/>
                  <a:pt x="33" y="80"/>
                </a:cubicBezTo>
                <a:cubicBezTo>
                  <a:pt x="33" y="82"/>
                  <a:pt x="35" y="83"/>
                  <a:pt x="36" y="83"/>
                </a:cubicBezTo>
                <a:cubicBezTo>
                  <a:pt x="49" y="83"/>
                  <a:pt x="49" y="83"/>
                  <a:pt x="49" y="83"/>
                </a:cubicBezTo>
                <a:cubicBezTo>
                  <a:pt x="51" y="83"/>
                  <a:pt x="52" y="82"/>
                  <a:pt x="52" y="80"/>
                </a:cubicBezTo>
                <a:cubicBezTo>
                  <a:pt x="52" y="58"/>
                  <a:pt x="52" y="58"/>
                  <a:pt x="52" y="58"/>
                </a:cubicBezTo>
                <a:cubicBezTo>
                  <a:pt x="55" y="58"/>
                  <a:pt x="55" y="58"/>
                  <a:pt x="55" y="58"/>
                </a:cubicBezTo>
                <a:cubicBezTo>
                  <a:pt x="57" y="58"/>
                  <a:pt x="58" y="57"/>
                  <a:pt x="58" y="55"/>
                </a:cubicBezTo>
                <a:cubicBezTo>
                  <a:pt x="58" y="34"/>
                  <a:pt x="58" y="34"/>
                  <a:pt x="58" y="34"/>
                </a:cubicBezTo>
                <a:cubicBezTo>
                  <a:pt x="58" y="32"/>
                  <a:pt x="57" y="30"/>
                  <a:pt x="55" y="30"/>
                </a:cubicBezTo>
                <a:close/>
                <a:moveTo>
                  <a:pt x="70" y="17"/>
                </a:moveTo>
                <a:cubicBezTo>
                  <a:pt x="75" y="17"/>
                  <a:pt x="79" y="13"/>
                  <a:pt x="79" y="8"/>
                </a:cubicBezTo>
                <a:cubicBezTo>
                  <a:pt x="79" y="3"/>
                  <a:pt x="75" y="0"/>
                  <a:pt x="70" y="0"/>
                </a:cubicBezTo>
                <a:cubicBezTo>
                  <a:pt x="65" y="0"/>
                  <a:pt x="61" y="3"/>
                  <a:pt x="61" y="8"/>
                </a:cubicBezTo>
                <a:cubicBezTo>
                  <a:pt x="61" y="13"/>
                  <a:pt x="65" y="17"/>
                  <a:pt x="70" y="17"/>
                </a:cubicBezTo>
                <a:close/>
                <a:moveTo>
                  <a:pt x="82" y="21"/>
                </a:moveTo>
                <a:cubicBezTo>
                  <a:pt x="59" y="21"/>
                  <a:pt x="59" y="21"/>
                  <a:pt x="59" y="21"/>
                </a:cubicBezTo>
                <a:cubicBezTo>
                  <a:pt x="57" y="21"/>
                  <a:pt x="56" y="22"/>
                  <a:pt x="56" y="24"/>
                </a:cubicBezTo>
                <a:cubicBezTo>
                  <a:pt x="56" y="24"/>
                  <a:pt x="56" y="24"/>
                  <a:pt x="56" y="24"/>
                </a:cubicBezTo>
                <a:cubicBezTo>
                  <a:pt x="61" y="25"/>
                  <a:pt x="65" y="29"/>
                  <a:pt x="65" y="34"/>
                </a:cubicBezTo>
                <a:cubicBezTo>
                  <a:pt x="65" y="55"/>
                  <a:pt x="65" y="55"/>
                  <a:pt x="65" y="55"/>
                </a:cubicBezTo>
                <a:cubicBezTo>
                  <a:pt x="65" y="58"/>
                  <a:pt x="63" y="60"/>
                  <a:pt x="61" y="62"/>
                </a:cubicBezTo>
                <a:cubicBezTo>
                  <a:pt x="61" y="67"/>
                  <a:pt x="61" y="67"/>
                  <a:pt x="61" y="67"/>
                </a:cubicBezTo>
                <a:cubicBezTo>
                  <a:pt x="61" y="69"/>
                  <a:pt x="63" y="70"/>
                  <a:pt x="64" y="70"/>
                </a:cubicBezTo>
                <a:cubicBezTo>
                  <a:pt x="76" y="70"/>
                  <a:pt x="76" y="70"/>
                  <a:pt x="76" y="70"/>
                </a:cubicBezTo>
                <a:cubicBezTo>
                  <a:pt x="78" y="70"/>
                  <a:pt x="79" y="69"/>
                  <a:pt x="79" y="67"/>
                </a:cubicBezTo>
                <a:cubicBezTo>
                  <a:pt x="79" y="46"/>
                  <a:pt x="79" y="46"/>
                  <a:pt x="79" y="46"/>
                </a:cubicBezTo>
                <a:cubicBezTo>
                  <a:pt x="82" y="46"/>
                  <a:pt x="82" y="46"/>
                  <a:pt x="82" y="46"/>
                </a:cubicBezTo>
                <a:cubicBezTo>
                  <a:pt x="83" y="46"/>
                  <a:pt x="85" y="45"/>
                  <a:pt x="85" y="43"/>
                </a:cubicBezTo>
                <a:cubicBezTo>
                  <a:pt x="85" y="24"/>
                  <a:pt x="85" y="24"/>
                  <a:pt x="85" y="24"/>
                </a:cubicBezTo>
                <a:cubicBezTo>
                  <a:pt x="85" y="22"/>
                  <a:pt x="83" y="21"/>
                  <a:pt x="82" y="21"/>
                </a:cubicBezTo>
                <a:close/>
                <a:moveTo>
                  <a:pt x="24" y="8"/>
                </a:moveTo>
                <a:cubicBezTo>
                  <a:pt x="24" y="3"/>
                  <a:pt x="20" y="0"/>
                  <a:pt x="15" y="0"/>
                </a:cubicBezTo>
                <a:cubicBezTo>
                  <a:pt x="10" y="0"/>
                  <a:pt x="6" y="3"/>
                  <a:pt x="6" y="8"/>
                </a:cubicBezTo>
                <a:cubicBezTo>
                  <a:pt x="6" y="13"/>
                  <a:pt x="10" y="17"/>
                  <a:pt x="15" y="17"/>
                </a:cubicBezTo>
                <a:cubicBezTo>
                  <a:pt x="20" y="17"/>
                  <a:pt x="24" y="13"/>
                  <a:pt x="24" y="8"/>
                </a:cubicBezTo>
                <a:close/>
                <a:moveTo>
                  <a:pt x="0" y="24"/>
                </a:moveTo>
                <a:cubicBezTo>
                  <a:pt x="0" y="43"/>
                  <a:pt x="0" y="43"/>
                  <a:pt x="0" y="43"/>
                </a:cubicBezTo>
                <a:cubicBezTo>
                  <a:pt x="0" y="45"/>
                  <a:pt x="2" y="46"/>
                  <a:pt x="3" y="46"/>
                </a:cubicBezTo>
                <a:cubicBezTo>
                  <a:pt x="6" y="46"/>
                  <a:pt x="6" y="46"/>
                  <a:pt x="6" y="46"/>
                </a:cubicBezTo>
                <a:cubicBezTo>
                  <a:pt x="6" y="67"/>
                  <a:pt x="6" y="67"/>
                  <a:pt x="6" y="67"/>
                </a:cubicBezTo>
                <a:cubicBezTo>
                  <a:pt x="6" y="69"/>
                  <a:pt x="7" y="70"/>
                  <a:pt x="9" y="70"/>
                </a:cubicBezTo>
                <a:cubicBezTo>
                  <a:pt x="20" y="70"/>
                  <a:pt x="20" y="70"/>
                  <a:pt x="20" y="70"/>
                </a:cubicBezTo>
                <a:cubicBezTo>
                  <a:pt x="22" y="70"/>
                  <a:pt x="23" y="69"/>
                  <a:pt x="23" y="67"/>
                </a:cubicBezTo>
                <a:cubicBezTo>
                  <a:pt x="23" y="62"/>
                  <a:pt x="23" y="62"/>
                  <a:pt x="23" y="62"/>
                </a:cubicBezTo>
                <a:cubicBezTo>
                  <a:pt x="22" y="60"/>
                  <a:pt x="20" y="58"/>
                  <a:pt x="20" y="55"/>
                </a:cubicBezTo>
                <a:cubicBezTo>
                  <a:pt x="20" y="34"/>
                  <a:pt x="20" y="34"/>
                  <a:pt x="20" y="34"/>
                </a:cubicBezTo>
                <a:cubicBezTo>
                  <a:pt x="20" y="29"/>
                  <a:pt x="24" y="25"/>
                  <a:pt x="29" y="24"/>
                </a:cubicBezTo>
                <a:cubicBezTo>
                  <a:pt x="29" y="24"/>
                  <a:pt x="29" y="24"/>
                  <a:pt x="29" y="24"/>
                </a:cubicBezTo>
                <a:cubicBezTo>
                  <a:pt x="29" y="22"/>
                  <a:pt x="28" y="21"/>
                  <a:pt x="26" y="21"/>
                </a:cubicBezTo>
                <a:cubicBezTo>
                  <a:pt x="3" y="21"/>
                  <a:pt x="3" y="21"/>
                  <a:pt x="3" y="21"/>
                </a:cubicBezTo>
                <a:cubicBezTo>
                  <a:pt x="2" y="21"/>
                  <a:pt x="0" y="22"/>
                  <a:pt x="0" y="24"/>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pPr defTabSz="685800">
              <a:defRPr/>
            </a:pPr>
            <a:endParaRPr lang="x-none" sz="1350" kern="0">
              <a:solidFill>
                <a:srgbClr val="999999"/>
              </a:solidFill>
              <a:latin typeface="Times New Roman"/>
              <a:ea typeface="微软雅黑"/>
              <a:cs typeface="+mn-ea"/>
              <a:sym typeface="Times New Roman"/>
            </a:endParaRPr>
          </a:p>
        </p:txBody>
      </p:sp>
      <p:sp>
        <p:nvSpPr>
          <p:cNvPr id="11" name="Freeform 10">
            <a:extLst>
              <a:ext uri="{FF2B5EF4-FFF2-40B4-BE49-F238E27FC236}">
                <a16:creationId xmlns:a16="http://schemas.microsoft.com/office/drawing/2014/main" id="{D49836EE-7333-770D-D85A-2BF6619B4066}"/>
              </a:ext>
            </a:extLst>
          </p:cNvPr>
          <p:cNvSpPr>
            <a:spLocks noEditPoints="1"/>
          </p:cNvSpPr>
          <p:nvPr/>
        </p:nvSpPr>
        <p:spPr bwMode="auto">
          <a:xfrm>
            <a:off x="5500689" y="4654108"/>
            <a:ext cx="173831" cy="251222"/>
          </a:xfrm>
          <a:custGeom>
            <a:avLst/>
            <a:gdLst>
              <a:gd name="T0" fmla="*/ 28 w 61"/>
              <a:gd name="T1" fmla="*/ 43 h 88"/>
              <a:gd name="T2" fmla="*/ 33 w 61"/>
              <a:gd name="T3" fmla="*/ 43 h 88"/>
              <a:gd name="T4" fmla="*/ 33 w 61"/>
              <a:gd name="T5" fmla="*/ 70 h 88"/>
              <a:gd name="T6" fmla="*/ 28 w 61"/>
              <a:gd name="T7" fmla="*/ 70 h 88"/>
              <a:gd name="T8" fmla="*/ 28 w 61"/>
              <a:gd name="T9" fmla="*/ 43 h 88"/>
              <a:gd name="T10" fmla="*/ 30 w 61"/>
              <a:gd name="T11" fmla="*/ 0 h 88"/>
              <a:gd name="T12" fmla="*/ 0 w 61"/>
              <a:gd name="T13" fmla="*/ 31 h 88"/>
              <a:gd name="T14" fmla="*/ 6 w 61"/>
              <a:gd name="T15" fmla="*/ 49 h 88"/>
              <a:gd name="T16" fmla="*/ 13 w 61"/>
              <a:gd name="T17" fmla="*/ 63 h 88"/>
              <a:gd name="T18" fmla="*/ 19 w 61"/>
              <a:gd name="T19" fmla="*/ 70 h 88"/>
              <a:gd name="T20" fmla="*/ 23 w 61"/>
              <a:gd name="T21" fmla="*/ 70 h 88"/>
              <a:gd name="T22" fmla="*/ 23 w 61"/>
              <a:gd name="T23" fmla="*/ 43 h 88"/>
              <a:gd name="T24" fmla="*/ 18 w 61"/>
              <a:gd name="T25" fmla="*/ 43 h 88"/>
              <a:gd name="T26" fmla="*/ 9 w 61"/>
              <a:gd name="T27" fmla="*/ 34 h 88"/>
              <a:gd name="T28" fmla="*/ 18 w 61"/>
              <a:gd name="T29" fmla="*/ 25 h 88"/>
              <a:gd name="T30" fmla="*/ 27 w 61"/>
              <a:gd name="T31" fmla="*/ 34 h 88"/>
              <a:gd name="T32" fmla="*/ 26 w 61"/>
              <a:gd name="T33" fmla="*/ 38 h 88"/>
              <a:gd name="T34" fmla="*/ 34 w 61"/>
              <a:gd name="T35" fmla="*/ 38 h 88"/>
              <a:gd name="T36" fmla="*/ 33 w 61"/>
              <a:gd name="T37" fmla="*/ 34 h 88"/>
              <a:gd name="T38" fmla="*/ 42 w 61"/>
              <a:gd name="T39" fmla="*/ 25 h 88"/>
              <a:gd name="T40" fmla="*/ 51 w 61"/>
              <a:gd name="T41" fmla="*/ 34 h 88"/>
              <a:gd name="T42" fmla="*/ 42 w 61"/>
              <a:gd name="T43" fmla="*/ 43 h 88"/>
              <a:gd name="T44" fmla="*/ 38 w 61"/>
              <a:gd name="T45" fmla="*/ 43 h 88"/>
              <a:gd name="T46" fmla="*/ 38 w 61"/>
              <a:gd name="T47" fmla="*/ 70 h 88"/>
              <a:gd name="T48" fmla="*/ 41 w 61"/>
              <a:gd name="T49" fmla="*/ 70 h 88"/>
              <a:gd name="T50" fmla="*/ 48 w 61"/>
              <a:gd name="T51" fmla="*/ 63 h 88"/>
              <a:gd name="T52" fmla="*/ 55 w 61"/>
              <a:gd name="T53" fmla="*/ 49 h 88"/>
              <a:gd name="T54" fmla="*/ 61 w 61"/>
              <a:gd name="T55" fmla="*/ 31 h 88"/>
              <a:gd name="T56" fmla="*/ 30 w 61"/>
              <a:gd name="T57" fmla="*/ 0 h 88"/>
              <a:gd name="T58" fmla="*/ 14 w 61"/>
              <a:gd name="T59" fmla="*/ 34 h 88"/>
              <a:gd name="T60" fmla="*/ 18 w 61"/>
              <a:gd name="T61" fmla="*/ 38 h 88"/>
              <a:gd name="T62" fmla="*/ 23 w 61"/>
              <a:gd name="T63" fmla="*/ 34 h 88"/>
              <a:gd name="T64" fmla="*/ 18 w 61"/>
              <a:gd name="T65" fmla="*/ 30 h 88"/>
              <a:gd name="T66" fmla="*/ 14 w 61"/>
              <a:gd name="T67" fmla="*/ 34 h 88"/>
              <a:gd name="T68" fmla="*/ 47 w 61"/>
              <a:gd name="T69" fmla="*/ 34 h 88"/>
              <a:gd name="T70" fmla="*/ 42 w 61"/>
              <a:gd name="T71" fmla="*/ 30 h 88"/>
              <a:gd name="T72" fmla="*/ 38 w 61"/>
              <a:gd name="T73" fmla="*/ 34 h 88"/>
              <a:gd name="T74" fmla="*/ 42 w 61"/>
              <a:gd name="T75" fmla="*/ 38 h 88"/>
              <a:gd name="T76" fmla="*/ 47 w 61"/>
              <a:gd name="T77" fmla="*/ 34 h 88"/>
              <a:gd name="T78" fmla="*/ 45 w 61"/>
              <a:gd name="T79" fmla="*/ 77 h 88"/>
              <a:gd name="T80" fmla="*/ 42 w 61"/>
              <a:gd name="T81" fmla="*/ 75 h 88"/>
              <a:gd name="T82" fmla="*/ 18 w 61"/>
              <a:gd name="T83" fmla="*/ 75 h 88"/>
              <a:gd name="T84" fmla="*/ 16 w 61"/>
              <a:gd name="T85" fmla="*/ 77 h 88"/>
              <a:gd name="T86" fmla="*/ 18 w 61"/>
              <a:gd name="T87" fmla="*/ 79 h 88"/>
              <a:gd name="T88" fmla="*/ 42 w 61"/>
              <a:gd name="T89" fmla="*/ 79 h 88"/>
              <a:gd name="T90" fmla="*/ 45 w 61"/>
              <a:gd name="T91" fmla="*/ 77 h 88"/>
              <a:gd name="T92" fmla="*/ 42 w 61"/>
              <a:gd name="T93" fmla="*/ 86 h 88"/>
              <a:gd name="T94" fmla="*/ 39 w 61"/>
              <a:gd name="T95" fmla="*/ 83 h 88"/>
              <a:gd name="T96" fmla="*/ 21 w 61"/>
              <a:gd name="T97" fmla="*/ 83 h 88"/>
              <a:gd name="T98" fmla="*/ 19 w 61"/>
              <a:gd name="T99" fmla="*/ 86 h 88"/>
              <a:gd name="T100" fmla="*/ 21 w 61"/>
              <a:gd name="T101" fmla="*/ 88 h 88"/>
              <a:gd name="T102" fmla="*/ 39 w 61"/>
              <a:gd name="T103" fmla="*/ 88 h 88"/>
              <a:gd name="T104" fmla="*/ 42 w 61"/>
              <a:gd name="T105" fmla="*/ 8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 h="88">
                <a:moveTo>
                  <a:pt x="28" y="43"/>
                </a:moveTo>
                <a:cubicBezTo>
                  <a:pt x="33" y="43"/>
                  <a:pt x="33" y="43"/>
                  <a:pt x="33" y="43"/>
                </a:cubicBezTo>
                <a:cubicBezTo>
                  <a:pt x="33" y="70"/>
                  <a:pt x="33" y="70"/>
                  <a:pt x="33" y="70"/>
                </a:cubicBezTo>
                <a:cubicBezTo>
                  <a:pt x="28" y="70"/>
                  <a:pt x="28" y="70"/>
                  <a:pt x="28" y="70"/>
                </a:cubicBezTo>
                <a:lnTo>
                  <a:pt x="28" y="43"/>
                </a:lnTo>
                <a:close/>
                <a:moveTo>
                  <a:pt x="30" y="0"/>
                </a:moveTo>
                <a:cubicBezTo>
                  <a:pt x="14" y="0"/>
                  <a:pt x="0" y="14"/>
                  <a:pt x="0" y="31"/>
                </a:cubicBezTo>
                <a:cubicBezTo>
                  <a:pt x="0" y="38"/>
                  <a:pt x="2" y="44"/>
                  <a:pt x="6" y="49"/>
                </a:cubicBezTo>
                <a:cubicBezTo>
                  <a:pt x="12" y="57"/>
                  <a:pt x="13" y="60"/>
                  <a:pt x="13" y="63"/>
                </a:cubicBezTo>
                <a:cubicBezTo>
                  <a:pt x="13" y="67"/>
                  <a:pt x="16" y="70"/>
                  <a:pt x="19" y="70"/>
                </a:cubicBezTo>
                <a:cubicBezTo>
                  <a:pt x="23" y="70"/>
                  <a:pt x="23" y="70"/>
                  <a:pt x="23" y="70"/>
                </a:cubicBezTo>
                <a:cubicBezTo>
                  <a:pt x="23" y="43"/>
                  <a:pt x="23" y="43"/>
                  <a:pt x="23" y="43"/>
                </a:cubicBezTo>
                <a:cubicBezTo>
                  <a:pt x="18" y="43"/>
                  <a:pt x="18" y="43"/>
                  <a:pt x="18" y="43"/>
                </a:cubicBezTo>
                <a:cubicBezTo>
                  <a:pt x="14" y="43"/>
                  <a:pt x="9" y="39"/>
                  <a:pt x="9" y="34"/>
                </a:cubicBezTo>
                <a:cubicBezTo>
                  <a:pt x="9" y="29"/>
                  <a:pt x="14" y="25"/>
                  <a:pt x="18" y="25"/>
                </a:cubicBezTo>
                <a:cubicBezTo>
                  <a:pt x="23" y="25"/>
                  <a:pt x="27" y="29"/>
                  <a:pt x="27" y="34"/>
                </a:cubicBezTo>
                <a:cubicBezTo>
                  <a:pt x="27" y="36"/>
                  <a:pt x="27" y="37"/>
                  <a:pt x="26" y="38"/>
                </a:cubicBezTo>
                <a:cubicBezTo>
                  <a:pt x="34" y="38"/>
                  <a:pt x="34" y="38"/>
                  <a:pt x="34" y="38"/>
                </a:cubicBezTo>
                <a:cubicBezTo>
                  <a:pt x="34" y="37"/>
                  <a:pt x="33" y="36"/>
                  <a:pt x="33" y="34"/>
                </a:cubicBezTo>
                <a:cubicBezTo>
                  <a:pt x="33" y="29"/>
                  <a:pt x="37" y="25"/>
                  <a:pt x="42" y="25"/>
                </a:cubicBezTo>
                <a:cubicBezTo>
                  <a:pt x="47" y="25"/>
                  <a:pt x="51" y="29"/>
                  <a:pt x="51" y="34"/>
                </a:cubicBezTo>
                <a:cubicBezTo>
                  <a:pt x="51" y="39"/>
                  <a:pt x="47" y="43"/>
                  <a:pt x="42" y="43"/>
                </a:cubicBezTo>
                <a:cubicBezTo>
                  <a:pt x="38" y="43"/>
                  <a:pt x="38" y="43"/>
                  <a:pt x="38" y="43"/>
                </a:cubicBezTo>
                <a:cubicBezTo>
                  <a:pt x="38" y="70"/>
                  <a:pt x="38" y="70"/>
                  <a:pt x="38" y="70"/>
                </a:cubicBezTo>
                <a:cubicBezTo>
                  <a:pt x="41" y="70"/>
                  <a:pt x="41" y="70"/>
                  <a:pt x="41" y="70"/>
                </a:cubicBezTo>
                <a:cubicBezTo>
                  <a:pt x="45" y="70"/>
                  <a:pt x="48" y="67"/>
                  <a:pt x="48" y="63"/>
                </a:cubicBezTo>
                <a:cubicBezTo>
                  <a:pt x="48" y="60"/>
                  <a:pt x="49" y="57"/>
                  <a:pt x="55" y="49"/>
                </a:cubicBezTo>
                <a:cubicBezTo>
                  <a:pt x="59" y="44"/>
                  <a:pt x="61" y="38"/>
                  <a:pt x="61" y="31"/>
                </a:cubicBezTo>
                <a:cubicBezTo>
                  <a:pt x="61" y="14"/>
                  <a:pt x="47" y="0"/>
                  <a:pt x="30" y="0"/>
                </a:cubicBezTo>
                <a:close/>
                <a:moveTo>
                  <a:pt x="14" y="34"/>
                </a:moveTo>
                <a:cubicBezTo>
                  <a:pt x="14" y="36"/>
                  <a:pt x="16" y="38"/>
                  <a:pt x="18" y="38"/>
                </a:cubicBezTo>
                <a:cubicBezTo>
                  <a:pt x="21" y="38"/>
                  <a:pt x="23" y="36"/>
                  <a:pt x="23" y="34"/>
                </a:cubicBezTo>
                <a:cubicBezTo>
                  <a:pt x="23" y="32"/>
                  <a:pt x="21" y="30"/>
                  <a:pt x="18" y="30"/>
                </a:cubicBezTo>
                <a:cubicBezTo>
                  <a:pt x="16" y="30"/>
                  <a:pt x="14" y="32"/>
                  <a:pt x="14" y="34"/>
                </a:cubicBezTo>
                <a:close/>
                <a:moveTo>
                  <a:pt x="47" y="34"/>
                </a:moveTo>
                <a:cubicBezTo>
                  <a:pt x="47" y="32"/>
                  <a:pt x="45" y="30"/>
                  <a:pt x="42" y="30"/>
                </a:cubicBezTo>
                <a:cubicBezTo>
                  <a:pt x="40" y="30"/>
                  <a:pt x="38" y="32"/>
                  <a:pt x="38" y="34"/>
                </a:cubicBezTo>
                <a:cubicBezTo>
                  <a:pt x="38" y="36"/>
                  <a:pt x="40" y="38"/>
                  <a:pt x="42" y="38"/>
                </a:cubicBezTo>
                <a:cubicBezTo>
                  <a:pt x="45" y="38"/>
                  <a:pt x="47" y="36"/>
                  <a:pt x="47" y="34"/>
                </a:cubicBezTo>
                <a:close/>
                <a:moveTo>
                  <a:pt x="45" y="77"/>
                </a:moveTo>
                <a:cubicBezTo>
                  <a:pt x="45" y="76"/>
                  <a:pt x="44" y="75"/>
                  <a:pt x="42" y="75"/>
                </a:cubicBezTo>
                <a:cubicBezTo>
                  <a:pt x="18" y="75"/>
                  <a:pt x="18" y="75"/>
                  <a:pt x="18" y="75"/>
                </a:cubicBezTo>
                <a:cubicBezTo>
                  <a:pt x="17" y="75"/>
                  <a:pt x="16" y="76"/>
                  <a:pt x="16" y="77"/>
                </a:cubicBezTo>
                <a:cubicBezTo>
                  <a:pt x="16" y="78"/>
                  <a:pt x="17" y="79"/>
                  <a:pt x="18" y="79"/>
                </a:cubicBezTo>
                <a:cubicBezTo>
                  <a:pt x="42" y="79"/>
                  <a:pt x="42" y="79"/>
                  <a:pt x="42" y="79"/>
                </a:cubicBezTo>
                <a:cubicBezTo>
                  <a:pt x="44" y="79"/>
                  <a:pt x="45" y="78"/>
                  <a:pt x="45" y="77"/>
                </a:cubicBezTo>
                <a:close/>
                <a:moveTo>
                  <a:pt x="42" y="86"/>
                </a:moveTo>
                <a:cubicBezTo>
                  <a:pt x="42" y="84"/>
                  <a:pt x="41" y="83"/>
                  <a:pt x="39" y="83"/>
                </a:cubicBezTo>
                <a:cubicBezTo>
                  <a:pt x="21" y="83"/>
                  <a:pt x="21" y="83"/>
                  <a:pt x="21" y="83"/>
                </a:cubicBezTo>
                <a:cubicBezTo>
                  <a:pt x="20" y="83"/>
                  <a:pt x="19" y="84"/>
                  <a:pt x="19" y="86"/>
                </a:cubicBezTo>
                <a:cubicBezTo>
                  <a:pt x="19" y="87"/>
                  <a:pt x="20" y="88"/>
                  <a:pt x="21" y="88"/>
                </a:cubicBezTo>
                <a:cubicBezTo>
                  <a:pt x="39" y="88"/>
                  <a:pt x="39" y="88"/>
                  <a:pt x="39" y="88"/>
                </a:cubicBezTo>
                <a:cubicBezTo>
                  <a:pt x="41" y="88"/>
                  <a:pt x="42" y="87"/>
                  <a:pt x="42" y="86"/>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pPr defTabSz="685800">
              <a:defRPr/>
            </a:pPr>
            <a:endParaRPr lang="x-none" sz="1350" kern="0">
              <a:solidFill>
                <a:srgbClr val="999999"/>
              </a:solidFill>
              <a:latin typeface="Times New Roman"/>
              <a:ea typeface="微软雅黑"/>
              <a:cs typeface="+mn-ea"/>
              <a:sym typeface="Times New Roman"/>
            </a:endParaRPr>
          </a:p>
        </p:txBody>
      </p:sp>
      <p:sp>
        <p:nvSpPr>
          <p:cNvPr id="12" name="Rectangle 44">
            <a:extLst>
              <a:ext uri="{FF2B5EF4-FFF2-40B4-BE49-F238E27FC236}">
                <a16:creationId xmlns:a16="http://schemas.microsoft.com/office/drawing/2014/main" id="{454DDD52-7157-1A23-C9BB-1C35B5320B05}"/>
              </a:ext>
            </a:extLst>
          </p:cNvPr>
          <p:cNvSpPr/>
          <p:nvPr/>
        </p:nvSpPr>
        <p:spPr>
          <a:xfrm>
            <a:off x="2907930" y="2100720"/>
            <a:ext cx="3328154" cy="707886"/>
          </a:xfrm>
          <a:prstGeom prst="rect">
            <a:avLst/>
          </a:prstGeom>
        </p:spPr>
        <p:txBody>
          <a:bodyPr wrap="none" anchor="ctr">
            <a:spAutoFit/>
          </a:bodyPr>
          <a:lstStyle/>
          <a:p>
            <a:pPr algn="ctr" defTabSz="171416"/>
            <a:r>
              <a:rPr lang="en-US" altLang="zh-CN" sz="4000" spc="300" dirty="0">
                <a:solidFill>
                  <a:schemeClr val="accent6"/>
                </a:solidFill>
                <a:latin typeface="Times New Roman"/>
                <a:ea typeface="微软雅黑"/>
              </a:rPr>
              <a:t>ORB Feature</a:t>
            </a:r>
            <a:endParaRPr lang="en-US" sz="4000" spc="300" dirty="0">
              <a:solidFill>
                <a:schemeClr val="accent6"/>
              </a:solidFill>
              <a:latin typeface="Times New Roman"/>
              <a:ea typeface="微软雅黑"/>
              <a:sym typeface="Times New Roman"/>
            </a:endParaRPr>
          </a:p>
        </p:txBody>
      </p:sp>
    </p:spTree>
    <p:extLst>
      <p:ext uri="{BB962C8B-B14F-4D97-AF65-F5344CB8AC3E}">
        <p14:creationId xmlns:p14="http://schemas.microsoft.com/office/powerpoint/2010/main" val="139036883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3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500" fill="hold"/>
                                            <p:tgtEl>
                                              <p:spTgt spid="5"/>
                                            </p:tgtEl>
                                            <p:attrNameLst>
                                              <p:attrName>ppt_x</p:attrName>
                                            </p:attrNameLst>
                                          </p:cBhvr>
                                          <p:tavLst>
                                            <p:tav tm="0">
                                              <p:val>
                                                <p:strVal val="0-#ppt_w/2"/>
                                              </p:val>
                                            </p:tav>
                                            <p:tav tm="100000">
                                              <p:val>
                                                <p:strVal val="#ppt_x"/>
                                              </p:val>
                                            </p:tav>
                                          </p:tavLst>
                                        </p:anim>
                                        <p:anim calcmode="lin" valueType="num">
                                          <p:cBhvr additive="base">
                                            <p:cTn id="8" dur="1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500" fill="hold"/>
                                            <p:tgtEl>
                                              <p:spTgt spid="6"/>
                                            </p:tgtEl>
                                            <p:attrNameLst>
                                              <p:attrName>ppt_x</p:attrName>
                                            </p:attrNameLst>
                                          </p:cBhvr>
                                          <p:tavLst>
                                            <p:tav tm="0">
                                              <p:val>
                                                <p:strVal val="0-#ppt_w/2"/>
                                              </p:val>
                                            </p:tav>
                                            <p:tav tm="100000">
                                              <p:val>
                                                <p:strVal val="#ppt_x"/>
                                              </p:val>
                                            </p:tav>
                                          </p:tavLst>
                                        </p:anim>
                                        <p:anim calcmode="lin" valueType="num">
                                          <p:cBhvr additive="base">
                                            <p:cTn id="12" dur="1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6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1500" fill="hold"/>
                                            <p:tgtEl>
                                              <p:spTgt spid="7"/>
                                            </p:tgtEl>
                                            <p:attrNameLst>
                                              <p:attrName>ppt_x</p:attrName>
                                            </p:attrNameLst>
                                          </p:cBhvr>
                                          <p:tavLst>
                                            <p:tav tm="0">
                                              <p:val>
                                                <p:strVal val="0-#ppt_w/2"/>
                                              </p:val>
                                            </p:tav>
                                            <p:tav tm="100000">
                                              <p:val>
                                                <p:strVal val="#ppt_x"/>
                                              </p:val>
                                            </p:tav>
                                          </p:tavLst>
                                        </p:anim>
                                        <p:anim calcmode="lin" valueType="num">
                                          <p:cBhvr additive="base">
                                            <p:cTn id="16" dur="1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80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1500" fill="hold"/>
                                            <p:tgtEl>
                                              <p:spTgt spid="8"/>
                                            </p:tgtEl>
                                            <p:attrNameLst>
                                              <p:attrName>ppt_x</p:attrName>
                                            </p:attrNameLst>
                                          </p:cBhvr>
                                          <p:tavLst>
                                            <p:tav tm="0">
                                              <p:val>
                                                <p:strVal val="0-#ppt_w/2"/>
                                              </p:val>
                                            </p:tav>
                                            <p:tav tm="100000">
                                              <p:val>
                                                <p:strVal val="#ppt_x"/>
                                              </p:val>
                                            </p:tav>
                                          </p:tavLst>
                                        </p:anim>
                                        <p:anim calcmode="lin" valueType="num">
                                          <p:cBhvr additive="base">
                                            <p:cTn id="20" dur="1500" fill="hold"/>
                                            <p:tgtEl>
                                              <p:spTgt spid="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15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150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2" presetClass="entr" presetSubtype="1" fill="hold" grpId="0" nodeType="withEffect" p14:presetBounceEnd="77500">
                                      <p:stCondLst>
                                        <p:cond delay="0"/>
                                      </p:stCondLst>
                                      <p:iterate type="lt">
                                        <p:tmPct val="10000"/>
                                      </p:iterate>
                                      <p:childTnLst>
                                        <p:set>
                                          <p:cBhvr>
                                            <p:cTn id="28" dur="1" fill="hold">
                                              <p:stCondLst>
                                                <p:cond delay="0"/>
                                              </p:stCondLst>
                                            </p:cTn>
                                            <p:tgtEl>
                                              <p:spTgt spid="12"/>
                                            </p:tgtEl>
                                            <p:attrNameLst>
                                              <p:attrName>style.visibility</p:attrName>
                                            </p:attrNameLst>
                                          </p:cBhvr>
                                          <p:to>
                                            <p:strVal val="visible"/>
                                          </p:to>
                                        </p:set>
                                        <p:anim calcmode="lin" valueType="num" p14:bounceEnd="77500">
                                          <p:cBhvr additive="base">
                                            <p:cTn id="29" dur="2000" fill="hold"/>
                                            <p:tgtEl>
                                              <p:spTgt spid="12"/>
                                            </p:tgtEl>
                                            <p:attrNameLst>
                                              <p:attrName>ppt_x</p:attrName>
                                            </p:attrNameLst>
                                          </p:cBhvr>
                                          <p:tavLst>
                                            <p:tav tm="0">
                                              <p:val>
                                                <p:strVal val="#ppt_x"/>
                                              </p:val>
                                            </p:tav>
                                            <p:tav tm="100000">
                                              <p:val>
                                                <p:strVal val="#ppt_x"/>
                                              </p:val>
                                            </p:tav>
                                          </p:tavLst>
                                        </p:anim>
                                        <p:anim calcmode="lin" valueType="num" p14:bounceEnd="77500">
                                          <p:cBhvr additive="base">
                                            <p:cTn id="30" dur="2000" fill="hold"/>
                                            <p:tgtEl>
                                              <p:spTgt spid="1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P spid="10" grpId="0" animBg="1"/>
          <p:bldP spid="11" grpId="0" animBg="1"/>
          <p:bldP spid="1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30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1500" fill="hold"/>
                                            <p:tgtEl>
                                              <p:spTgt spid="5"/>
                                            </p:tgtEl>
                                            <p:attrNameLst>
                                              <p:attrName>ppt_x</p:attrName>
                                            </p:attrNameLst>
                                          </p:cBhvr>
                                          <p:tavLst>
                                            <p:tav tm="0">
                                              <p:val>
                                                <p:strVal val="0-#ppt_w/2"/>
                                              </p:val>
                                            </p:tav>
                                            <p:tav tm="100000">
                                              <p:val>
                                                <p:strVal val="#ppt_x"/>
                                              </p:val>
                                            </p:tav>
                                          </p:tavLst>
                                        </p:anim>
                                        <p:anim calcmode="lin" valueType="num">
                                          <p:cBhvr additive="base">
                                            <p:cTn id="8" dur="1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5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500" fill="hold"/>
                                            <p:tgtEl>
                                              <p:spTgt spid="6"/>
                                            </p:tgtEl>
                                            <p:attrNameLst>
                                              <p:attrName>ppt_x</p:attrName>
                                            </p:attrNameLst>
                                          </p:cBhvr>
                                          <p:tavLst>
                                            <p:tav tm="0">
                                              <p:val>
                                                <p:strVal val="0-#ppt_w/2"/>
                                              </p:val>
                                            </p:tav>
                                            <p:tav tm="100000">
                                              <p:val>
                                                <p:strVal val="#ppt_x"/>
                                              </p:val>
                                            </p:tav>
                                          </p:tavLst>
                                        </p:anim>
                                        <p:anim calcmode="lin" valueType="num">
                                          <p:cBhvr additive="base">
                                            <p:cTn id="12" dur="1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6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1500" fill="hold"/>
                                            <p:tgtEl>
                                              <p:spTgt spid="7"/>
                                            </p:tgtEl>
                                            <p:attrNameLst>
                                              <p:attrName>ppt_x</p:attrName>
                                            </p:attrNameLst>
                                          </p:cBhvr>
                                          <p:tavLst>
                                            <p:tav tm="0">
                                              <p:val>
                                                <p:strVal val="0-#ppt_w/2"/>
                                              </p:val>
                                            </p:tav>
                                            <p:tav tm="100000">
                                              <p:val>
                                                <p:strVal val="#ppt_x"/>
                                              </p:val>
                                            </p:tav>
                                          </p:tavLst>
                                        </p:anim>
                                        <p:anim calcmode="lin" valueType="num">
                                          <p:cBhvr additive="base">
                                            <p:cTn id="16" dur="1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80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1500" fill="hold"/>
                                            <p:tgtEl>
                                              <p:spTgt spid="8"/>
                                            </p:tgtEl>
                                            <p:attrNameLst>
                                              <p:attrName>ppt_x</p:attrName>
                                            </p:attrNameLst>
                                          </p:cBhvr>
                                          <p:tavLst>
                                            <p:tav tm="0">
                                              <p:val>
                                                <p:strVal val="0-#ppt_w/2"/>
                                              </p:val>
                                            </p:tav>
                                            <p:tav tm="100000">
                                              <p:val>
                                                <p:strVal val="#ppt_x"/>
                                              </p:val>
                                            </p:tav>
                                          </p:tavLst>
                                        </p:anim>
                                        <p:anim calcmode="lin" valueType="num">
                                          <p:cBhvr additive="base">
                                            <p:cTn id="20" dur="1500" fill="hold"/>
                                            <p:tgtEl>
                                              <p:spTgt spid="8"/>
                                            </p:tgtEl>
                                            <p:attrNameLst>
                                              <p:attrName>ppt_y</p:attrName>
                                            </p:attrNameLst>
                                          </p:cBhvr>
                                          <p:tavLst>
                                            <p:tav tm="0">
                                              <p:val>
                                                <p:strVal val="#ppt_y"/>
                                              </p:val>
                                            </p:tav>
                                            <p:tav tm="100000">
                                              <p:val>
                                                <p:strVal val="#ppt_y"/>
                                              </p:val>
                                            </p:tav>
                                          </p:tavLst>
                                        </p:anim>
                                      </p:childTnLst>
                                    </p:cTn>
                                  </p:par>
                                  <p:par>
                                    <p:cTn id="21" presetID="10" presetClass="entr" presetSubtype="0" fill="hold" grpId="0" nodeType="withEffect">
                                      <p:stCondLst>
                                        <p:cond delay="150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150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2" presetClass="entr" presetSubtype="1" fill="hold" grpId="0" nodeType="withEffect">
                                      <p:stCondLst>
                                        <p:cond delay="0"/>
                                      </p:stCondLst>
                                      <p:iterate type="lt">
                                        <p:tmPct val="10000"/>
                                      </p:iterate>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2000" fill="hold"/>
                                            <p:tgtEl>
                                              <p:spTgt spid="12"/>
                                            </p:tgtEl>
                                            <p:attrNameLst>
                                              <p:attrName>ppt_x</p:attrName>
                                            </p:attrNameLst>
                                          </p:cBhvr>
                                          <p:tavLst>
                                            <p:tav tm="0">
                                              <p:val>
                                                <p:strVal val="#ppt_x"/>
                                              </p:val>
                                            </p:tav>
                                            <p:tav tm="100000">
                                              <p:val>
                                                <p:strVal val="#ppt_x"/>
                                              </p:val>
                                            </p:tav>
                                          </p:tavLst>
                                        </p:anim>
                                        <p:anim calcmode="lin" valueType="num">
                                          <p:cBhvr additive="base">
                                            <p:cTn id="30" dur="2000" fill="hold"/>
                                            <p:tgtEl>
                                              <p:spTgt spid="1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P spid="10" grpId="0" animBg="1"/>
          <p:bldP spid="11" grpId="0" animBg="1"/>
          <p:bldP spid="12"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27">
            <a:extLst>
              <a:ext uri="{FF2B5EF4-FFF2-40B4-BE49-F238E27FC236}">
                <a16:creationId xmlns:a16="http://schemas.microsoft.com/office/drawing/2014/main" id="{A7A9ABE9-3A8B-2DD3-0A46-6503FC4D5F78}"/>
              </a:ext>
            </a:extLst>
          </p:cNvPr>
          <p:cNvSpPr txBox="1"/>
          <p:nvPr/>
        </p:nvSpPr>
        <p:spPr>
          <a:xfrm>
            <a:off x="304800" y="1676400"/>
            <a:ext cx="7496836" cy="3785652"/>
          </a:xfrm>
          <a:prstGeom prst="rect">
            <a:avLst/>
          </a:prstGeom>
          <a:noFill/>
        </p:spPr>
        <p:txBody>
          <a:bodyPr wrap="square" rtlCol="0">
            <a:spAutoFit/>
          </a:bodyPr>
          <a:lstStyle/>
          <a:p>
            <a:r>
              <a:rPr lang="en-US" altLang="zh-CN" sz="2400" dirty="0"/>
              <a:t>ORB</a:t>
            </a:r>
            <a:r>
              <a:rPr lang="zh-CN" altLang="en-US" sz="2400" dirty="0"/>
              <a:t>（</a:t>
            </a:r>
            <a:r>
              <a:rPr lang="en-US" altLang="zh-CN" sz="2400" dirty="0"/>
              <a:t>Oriented FAST and Rotated BRIEF</a:t>
            </a:r>
            <a:r>
              <a:rPr lang="zh-CN" altLang="en-US" sz="2400" dirty="0"/>
              <a:t>）算法是一个用于图像关键点检测和描述的特征点算法，它在保持</a:t>
            </a:r>
            <a:r>
              <a:rPr lang="en-US" altLang="zh-CN" sz="2400" dirty="0"/>
              <a:t>SIFT</a:t>
            </a:r>
            <a:r>
              <a:rPr lang="zh-CN" altLang="en-US" sz="2400" dirty="0"/>
              <a:t>和</a:t>
            </a:r>
            <a:r>
              <a:rPr lang="en-US" altLang="zh-CN" sz="2400" dirty="0"/>
              <a:t>SURF</a:t>
            </a:r>
            <a:r>
              <a:rPr lang="zh-CN" altLang="en-US" sz="2400" dirty="0"/>
              <a:t>等算法匹配精度的同时，大幅降低了计算成本。</a:t>
            </a:r>
            <a:r>
              <a:rPr lang="en-US" altLang="zh-CN" sz="2400" dirty="0"/>
              <a:t>ORB</a:t>
            </a:r>
            <a:r>
              <a:rPr lang="zh-CN" altLang="en-US" sz="2400" dirty="0"/>
              <a:t>由</a:t>
            </a:r>
            <a:r>
              <a:rPr lang="en-US" altLang="zh-CN" sz="2400" b="1" dirty="0"/>
              <a:t>FAST</a:t>
            </a:r>
            <a:r>
              <a:rPr lang="zh-CN" altLang="en-US" sz="2400" dirty="0"/>
              <a:t>（用于关键点检测）和</a:t>
            </a:r>
            <a:r>
              <a:rPr lang="en-US" altLang="zh-CN" sz="2400" b="1" dirty="0"/>
              <a:t>BRIEF</a:t>
            </a:r>
            <a:r>
              <a:rPr lang="zh-CN" altLang="en-US" sz="2400" dirty="0"/>
              <a:t>（用于特征描述）两个基本组件构成，并对它们进行了增强，使其具有旋转不变性和尺度不变性。</a:t>
            </a:r>
            <a:endParaRPr lang="en-US" altLang="zh-CN" sz="2400" dirty="0"/>
          </a:p>
          <a:p>
            <a:endParaRPr lang="en-US" altLang="zh-CN" sz="2400" dirty="0">
              <a:solidFill>
                <a:schemeClr val="accent6"/>
              </a:solidFill>
            </a:endParaRPr>
          </a:p>
          <a:p>
            <a:r>
              <a:rPr lang="en-US" altLang="zh-CN" sz="2400" dirty="0"/>
              <a:t>Oriented FAST</a:t>
            </a:r>
            <a:r>
              <a:rPr lang="zh-CN" altLang="en-US" sz="2400" dirty="0"/>
              <a:t>：具有方向的</a:t>
            </a:r>
            <a:r>
              <a:rPr lang="en-US" altLang="zh-CN" sz="2400" dirty="0"/>
              <a:t>FAST</a:t>
            </a:r>
            <a:r>
              <a:rPr lang="zh-CN" altLang="en-US" sz="2400" dirty="0"/>
              <a:t>兴趣点检测</a:t>
            </a:r>
            <a:endParaRPr lang="en-US" altLang="zh-CN" sz="2400" dirty="0"/>
          </a:p>
          <a:p>
            <a:endParaRPr lang="en-US" altLang="zh-CN" sz="2400" dirty="0">
              <a:solidFill>
                <a:schemeClr val="accent6"/>
              </a:solidFill>
            </a:endParaRPr>
          </a:p>
          <a:p>
            <a:r>
              <a:rPr lang="en-US" altLang="zh-CN" sz="2400" dirty="0"/>
              <a:t>Rotated BRIEF</a:t>
            </a:r>
            <a:r>
              <a:rPr lang="zh-CN" altLang="en-US" sz="2400" dirty="0"/>
              <a:t>：</a:t>
            </a:r>
            <a:r>
              <a:rPr lang="zh-CN" altLang="zh-CN" sz="2400" dirty="0"/>
              <a:t>具有旋转不变的</a:t>
            </a:r>
            <a:r>
              <a:rPr lang="en-US" altLang="zh-CN" sz="2400" dirty="0"/>
              <a:t>BRIEF</a:t>
            </a:r>
            <a:r>
              <a:rPr lang="zh-CN" altLang="zh-CN" sz="2400" dirty="0"/>
              <a:t>兴趣点描述子</a:t>
            </a:r>
            <a:endParaRPr lang="en-US" altLang="zh-CN" sz="2400" dirty="0">
              <a:solidFill>
                <a:schemeClr val="accent6"/>
              </a:solidFill>
            </a:endParaRPr>
          </a:p>
        </p:txBody>
      </p:sp>
      <p:sp>
        <p:nvSpPr>
          <p:cNvPr id="11" name="Rectangle 70">
            <a:extLst>
              <a:ext uri="{FF2B5EF4-FFF2-40B4-BE49-F238E27FC236}">
                <a16:creationId xmlns:a16="http://schemas.microsoft.com/office/drawing/2014/main" id="{144C8510-D72C-7B0C-ADE4-B64193280042}"/>
              </a:ext>
            </a:extLst>
          </p:cNvPr>
          <p:cNvSpPr>
            <a:spLocks noChangeArrowheads="1"/>
          </p:cNvSpPr>
          <p:nvPr/>
        </p:nvSpPr>
        <p:spPr bwMode="auto">
          <a:xfrm>
            <a:off x="152400" y="762000"/>
            <a:ext cx="457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12813">
              <a:lnSpc>
                <a:spcPct val="90000"/>
              </a:lnSpc>
              <a:spcBef>
                <a:spcPts val="1000"/>
              </a:spcBef>
              <a:buFont typeface="Arial" panose="020B0604020202020204" pitchFamily="34" charset="0"/>
              <a:buChar char="•"/>
              <a:defRPr sz="2800">
                <a:solidFill>
                  <a:srgbClr val="595959"/>
                </a:solidFill>
                <a:latin typeface="Calibri Light" panose="020F0302020204030204" pitchFamily="34" charset="0"/>
                <a:cs typeface="Roboto Light" pitchFamily="2" charset="0"/>
              </a:defRPr>
            </a:lvl1pPr>
            <a:lvl2pPr marL="742950" indent="-285750" defTabSz="912813">
              <a:lnSpc>
                <a:spcPct val="90000"/>
              </a:lnSpc>
              <a:spcBef>
                <a:spcPts val="500"/>
              </a:spcBef>
              <a:buFont typeface="Arial" panose="020B0604020202020204" pitchFamily="34" charset="0"/>
              <a:buChar char="•"/>
              <a:defRPr sz="2400">
                <a:solidFill>
                  <a:srgbClr val="595959"/>
                </a:solidFill>
                <a:latin typeface="Calibri Light" panose="020F0302020204030204" pitchFamily="34" charset="0"/>
                <a:cs typeface="Roboto Light" pitchFamily="2" charset="0"/>
              </a:defRPr>
            </a:lvl2pPr>
            <a:lvl3pPr marL="11430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3pPr>
            <a:lvl4pPr marL="16002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4pPr>
            <a:lvl5pPr marL="20574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5pPr>
            <a:lvl6pPr marL="25146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6pPr>
            <a:lvl7pPr marL="29718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7pPr>
            <a:lvl8pPr marL="34290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8pPr>
            <a:lvl9pPr marL="38862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9pPr>
          </a:lstStyle>
          <a:p>
            <a:pPr>
              <a:lnSpc>
                <a:spcPct val="100000"/>
              </a:lnSpc>
              <a:spcBef>
                <a:spcPct val="0"/>
              </a:spcBef>
              <a:buNone/>
            </a:pPr>
            <a:r>
              <a:rPr lang="en-US" altLang="zh-CN" sz="2400" b="1" noProof="1">
                <a:solidFill>
                  <a:schemeClr val="accent6"/>
                </a:solidFill>
                <a:latin typeface="Times New Roman"/>
                <a:ea typeface="微软雅黑"/>
                <a:cs typeface="Arial" panose="020B0604020202020204" pitchFamily="34" charset="0"/>
                <a:sym typeface="Times New Roman"/>
              </a:rPr>
              <a:t>ORB</a:t>
            </a:r>
            <a:r>
              <a:rPr lang="zh-CN" altLang="en-US" sz="2400" b="1" noProof="1">
                <a:solidFill>
                  <a:schemeClr val="accent6"/>
                </a:solidFill>
                <a:latin typeface="Times New Roman"/>
                <a:ea typeface="微软雅黑"/>
                <a:cs typeface="Arial" panose="020B0604020202020204" pitchFamily="34" charset="0"/>
                <a:sym typeface="Times New Roman"/>
              </a:rPr>
              <a:t>算法</a:t>
            </a:r>
          </a:p>
        </p:txBody>
      </p:sp>
    </p:spTree>
    <p:extLst>
      <p:ext uri="{BB962C8B-B14F-4D97-AF65-F5344CB8AC3E}">
        <p14:creationId xmlns:p14="http://schemas.microsoft.com/office/powerpoint/2010/main" val="4176504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iterate type="lt">
                                    <p:tmPct val="10000"/>
                                  </p:iterate>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par>
                          <p:cTn id="10" fill="hold">
                            <p:stCondLst>
                              <p:cond delay="700"/>
                            </p:stCondLst>
                            <p:childTnLst>
                              <p:par>
                                <p:cTn id="11" presetID="14" presetClass="entr" presetSubtype="1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randombar(horizont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0">
            <a:extLst>
              <a:ext uri="{FF2B5EF4-FFF2-40B4-BE49-F238E27FC236}">
                <a16:creationId xmlns:a16="http://schemas.microsoft.com/office/drawing/2014/main" id="{01AD24E5-668F-AE87-2ADA-F8C37E68F9B4}"/>
              </a:ext>
            </a:extLst>
          </p:cNvPr>
          <p:cNvSpPr>
            <a:spLocks noChangeArrowheads="1"/>
          </p:cNvSpPr>
          <p:nvPr/>
        </p:nvSpPr>
        <p:spPr bwMode="auto">
          <a:xfrm>
            <a:off x="152400" y="762000"/>
            <a:ext cx="457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12813">
              <a:lnSpc>
                <a:spcPct val="90000"/>
              </a:lnSpc>
              <a:spcBef>
                <a:spcPts val="1000"/>
              </a:spcBef>
              <a:buFont typeface="Arial" panose="020B0604020202020204" pitchFamily="34" charset="0"/>
              <a:buChar char="•"/>
              <a:defRPr sz="2800">
                <a:solidFill>
                  <a:srgbClr val="595959"/>
                </a:solidFill>
                <a:latin typeface="Calibri Light" panose="020F0302020204030204" pitchFamily="34" charset="0"/>
                <a:cs typeface="Roboto Light" pitchFamily="2" charset="0"/>
              </a:defRPr>
            </a:lvl1pPr>
            <a:lvl2pPr marL="742950" indent="-285750" defTabSz="912813">
              <a:lnSpc>
                <a:spcPct val="90000"/>
              </a:lnSpc>
              <a:spcBef>
                <a:spcPts val="500"/>
              </a:spcBef>
              <a:buFont typeface="Arial" panose="020B0604020202020204" pitchFamily="34" charset="0"/>
              <a:buChar char="•"/>
              <a:defRPr sz="2400">
                <a:solidFill>
                  <a:srgbClr val="595959"/>
                </a:solidFill>
                <a:latin typeface="Calibri Light" panose="020F0302020204030204" pitchFamily="34" charset="0"/>
                <a:cs typeface="Roboto Light" pitchFamily="2" charset="0"/>
              </a:defRPr>
            </a:lvl2pPr>
            <a:lvl3pPr marL="11430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3pPr>
            <a:lvl4pPr marL="16002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4pPr>
            <a:lvl5pPr marL="20574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5pPr>
            <a:lvl6pPr marL="25146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6pPr>
            <a:lvl7pPr marL="29718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7pPr>
            <a:lvl8pPr marL="34290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8pPr>
            <a:lvl9pPr marL="38862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9pPr>
          </a:lstStyle>
          <a:p>
            <a:pPr>
              <a:lnSpc>
                <a:spcPct val="100000"/>
              </a:lnSpc>
              <a:spcBef>
                <a:spcPct val="0"/>
              </a:spcBef>
              <a:buNone/>
            </a:pPr>
            <a:r>
              <a:rPr lang="en-US" altLang="zh-CN" sz="2400" b="1" noProof="1">
                <a:solidFill>
                  <a:schemeClr val="accent6"/>
                </a:solidFill>
                <a:latin typeface="Times New Roman"/>
                <a:ea typeface="微软雅黑"/>
                <a:cs typeface="Arial" panose="020B0604020202020204" pitchFamily="34" charset="0"/>
                <a:sym typeface="Times New Roman"/>
              </a:rPr>
              <a:t>FAST</a:t>
            </a:r>
            <a:r>
              <a:rPr lang="zh-CN" altLang="en-US" sz="2400" b="1" noProof="1">
                <a:solidFill>
                  <a:schemeClr val="accent6"/>
                </a:solidFill>
                <a:latin typeface="Times New Roman"/>
                <a:ea typeface="微软雅黑"/>
                <a:cs typeface="Arial" panose="020B0604020202020204" pitchFamily="34" charset="0"/>
                <a:sym typeface="Times New Roman"/>
              </a:rPr>
              <a:t>算法</a:t>
            </a:r>
          </a:p>
        </p:txBody>
      </p:sp>
      <p:sp>
        <p:nvSpPr>
          <p:cNvPr id="15" name="文本框 14">
            <a:extLst>
              <a:ext uri="{FF2B5EF4-FFF2-40B4-BE49-F238E27FC236}">
                <a16:creationId xmlns:a16="http://schemas.microsoft.com/office/drawing/2014/main" id="{1EB301C6-5571-49CE-E768-6AF2B43D29D6}"/>
              </a:ext>
            </a:extLst>
          </p:cNvPr>
          <p:cNvSpPr txBox="1"/>
          <p:nvPr/>
        </p:nvSpPr>
        <p:spPr>
          <a:xfrm>
            <a:off x="304800" y="1371600"/>
            <a:ext cx="8458200" cy="1477328"/>
          </a:xfrm>
          <a:prstGeom prst="rect">
            <a:avLst/>
          </a:prstGeom>
          <a:noFill/>
        </p:spPr>
        <p:txBody>
          <a:bodyPr wrap="square" rtlCol="0">
            <a:spAutoFit/>
          </a:bodyPr>
          <a:lstStyle/>
          <a:p>
            <a:r>
              <a:rPr lang="en-US" altLang="zh-CN" dirty="0"/>
              <a:t>     FAST</a:t>
            </a:r>
            <a:r>
              <a:rPr lang="zh-CN" altLang="en-US" dirty="0"/>
              <a:t>特征检测算法通过检测图像中的角点来识别关键点，角点是图像中亮度变化明显的区域，通常是视觉特征的关键位置。算法基于特征点周围一圈的像素值，如果候选点周围领域内像素点与该候选点灰度值不同的个数超过预设阈值，就认为该候选点为一个特征点。</a:t>
            </a:r>
            <a:endParaRPr lang="en-US" altLang="zh-CN" dirty="0"/>
          </a:p>
          <a:p>
            <a:endParaRPr lang="zh-CN" altLang="en-US" dirty="0"/>
          </a:p>
        </p:txBody>
      </p:sp>
      <p:pic>
        <p:nvPicPr>
          <p:cNvPr id="17" name="图片 16">
            <a:extLst>
              <a:ext uri="{FF2B5EF4-FFF2-40B4-BE49-F238E27FC236}">
                <a16:creationId xmlns:a16="http://schemas.microsoft.com/office/drawing/2014/main" id="{1CE2C232-4955-AD7B-26D6-42869F4F952B}"/>
              </a:ext>
            </a:extLst>
          </p:cNvPr>
          <p:cNvPicPr>
            <a:picLocks noChangeAspect="1"/>
          </p:cNvPicPr>
          <p:nvPr/>
        </p:nvPicPr>
        <p:blipFill>
          <a:blip r:embed="rId2"/>
          <a:stretch>
            <a:fillRect/>
          </a:stretch>
        </p:blipFill>
        <p:spPr>
          <a:xfrm>
            <a:off x="2362200" y="2996863"/>
            <a:ext cx="4724400" cy="642411"/>
          </a:xfrm>
          <a:prstGeom prst="rect">
            <a:avLst/>
          </a:prstGeom>
        </p:spPr>
      </p:pic>
      <p:sp>
        <p:nvSpPr>
          <p:cNvPr id="18" name="文本框 17">
            <a:extLst>
              <a:ext uri="{FF2B5EF4-FFF2-40B4-BE49-F238E27FC236}">
                <a16:creationId xmlns:a16="http://schemas.microsoft.com/office/drawing/2014/main" id="{454ED6D8-F0E8-09E2-AC93-ED0FDA94E774}"/>
              </a:ext>
            </a:extLst>
          </p:cNvPr>
          <p:cNvSpPr txBox="1"/>
          <p:nvPr/>
        </p:nvSpPr>
        <p:spPr>
          <a:xfrm>
            <a:off x="495300" y="4267200"/>
            <a:ext cx="8077200" cy="923330"/>
          </a:xfrm>
          <a:prstGeom prst="rect">
            <a:avLst/>
          </a:prstGeom>
          <a:noFill/>
        </p:spPr>
        <p:txBody>
          <a:bodyPr wrap="square" rtlCol="0">
            <a:spAutoFit/>
          </a:bodyPr>
          <a:lstStyle/>
          <a:p>
            <a:r>
              <a:rPr lang="zh-CN" altLang="zh-CN" sz="1800" dirty="0"/>
              <a:t>其中</a:t>
            </a:r>
            <a:r>
              <a:rPr lang="en-US" altLang="zh-CN" sz="1800" dirty="0"/>
              <a:t>I</a:t>
            </a:r>
            <a:r>
              <a:rPr lang="zh-CN" altLang="zh-CN" sz="1800" dirty="0"/>
              <a:t>（</a:t>
            </a:r>
            <a:r>
              <a:rPr lang="en-US" altLang="zh-CN" sz="1800" dirty="0"/>
              <a:t>x</a:t>
            </a:r>
            <a:r>
              <a:rPr lang="zh-CN" altLang="zh-CN" sz="1800" dirty="0"/>
              <a:t>）为圆周上任意一点的灰度，</a:t>
            </a:r>
            <a:r>
              <a:rPr lang="en-US" altLang="zh-CN" sz="1800" dirty="0"/>
              <a:t>I</a:t>
            </a:r>
            <a:r>
              <a:rPr lang="zh-CN" altLang="zh-CN" sz="1800" dirty="0"/>
              <a:t>（</a:t>
            </a:r>
            <a:r>
              <a:rPr lang="en-US" altLang="zh-CN" sz="1800" dirty="0"/>
              <a:t>p</a:t>
            </a:r>
            <a:r>
              <a:rPr lang="zh-CN" altLang="zh-CN" sz="1800" dirty="0"/>
              <a:t>）为圆心的灰度，</a:t>
            </a:r>
            <a:r>
              <a:rPr lang="en-US" altLang="zh-CN" sz="1800" dirty="0"/>
              <a:t>Ed</a:t>
            </a:r>
            <a:r>
              <a:rPr lang="zh-CN" altLang="zh-CN" sz="1800" dirty="0"/>
              <a:t>为灰度值差的阈值，如果</a:t>
            </a:r>
            <a:r>
              <a:rPr lang="en-US" altLang="zh-CN" sz="1800" dirty="0"/>
              <a:t>N</a:t>
            </a:r>
            <a:r>
              <a:rPr lang="zh-CN" altLang="zh-CN" sz="1800" dirty="0"/>
              <a:t>大于给定阈值，一般为周围圆圈点的四分之三，则认为</a:t>
            </a:r>
            <a:r>
              <a:rPr lang="en-US" altLang="zh-CN" sz="1800" dirty="0"/>
              <a:t>p</a:t>
            </a:r>
            <a:r>
              <a:rPr lang="zh-CN" altLang="zh-CN" sz="1800" dirty="0"/>
              <a:t>是一个特征点</a:t>
            </a:r>
            <a:r>
              <a:rPr lang="zh-CN" altLang="en-US" sz="1800" dirty="0"/>
              <a:t>。圆周的半径为算法预设。</a:t>
            </a:r>
            <a:endParaRPr lang="zh-CN" altLang="en-US" dirty="0"/>
          </a:p>
        </p:txBody>
      </p:sp>
    </p:spTree>
    <p:extLst>
      <p:ext uri="{BB962C8B-B14F-4D97-AF65-F5344CB8AC3E}">
        <p14:creationId xmlns:p14="http://schemas.microsoft.com/office/powerpoint/2010/main" val="3876148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0">
            <a:extLst>
              <a:ext uri="{FF2B5EF4-FFF2-40B4-BE49-F238E27FC236}">
                <a16:creationId xmlns:a16="http://schemas.microsoft.com/office/drawing/2014/main" id="{144C8510-D72C-7B0C-ADE4-B64193280042}"/>
              </a:ext>
            </a:extLst>
          </p:cNvPr>
          <p:cNvSpPr>
            <a:spLocks noChangeArrowheads="1"/>
          </p:cNvSpPr>
          <p:nvPr/>
        </p:nvSpPr>
        <p:spPr bwMode="auto">
          <a:xfrm>
            <a:off x="152400" y="685800"/>
            <a:ext cx="457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12813">
              <a:lnSpc>
                <a:spcPct val="90000"/>
              </a:lnSpc>
              <a:spcBef>
                <a:spcPts val="1000"/>
              </a:spcBef>
              <a:buFont typeface="Arial" panose="020B0604020202020204" pitchFamily="34" charset="0"/>
              <a:buChar char="•"/>
              <a:defRPr sz="2800">
                <a:solidFill>
                  <a:srgbClr val="595959"/>
                </a:solidFill>
                <a:latin typeface="Calibri Light" panose="020F0302020204030204" pitchFamily="34" charset="0"/>
                <a:cs typeface="Roboto Light" pitchFamily="2" charset="0"/>
              </a:defRPr>
            </a:lvl1pPr>
            <a:lvl2pPr marL="742950" indent="-285750" defTabSz="912813">
              <a:lnSpc>
                <a:spcPct val="90000"/>
              </a:lnSpc>
              <a:spcBef>
                <a:spcPts val="500"/>
              </a:spcBef>
              <a:buFont typeface="Arial" panose="020B0604020202020204" pitchFamily="34" charset="0"/>
              <a:buChar char="•"/>
              <a:defRPr sz="2400">
                <a:solidFill>
                  <a:srgbClr val="595959"/>
                </a:solidFill>
                <a:latin typeface="Calibri Light" panose="020F0302020204030204" pitchFamily="34" charset="0"/>
                <a:cs typeface="Roboto Light" pitchFamily="2" charset="0"/>
              </a:defRPr>
            </a:lvl2pPr>
            <a:lvl3pPr marL="11430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3pPr>
            <a:lvl4pPr marL="16002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4pPr>
            <a:lvl5pPr marL="20574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5pPr>
            <a:lvl6pPr marL="25146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6pPr>
            <a:lvl7pPr marL="29718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7pPr>
            <a:lvl8pPr marL="34290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8pPr>
            <a:lvl9pPr marL="38862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9pPr>
          </a:lstStyle>
          <a:p>
            <a:pPr>
              <a:lnSpc>
                <a:spcPct val="100000"/>
              </a:lnSpc>
              <a:spcBef>
                <a:spcPct val="0"/>
              </a:spcBef>
              <a:buNone/>
            </a:pPr>
            <a:r>
              <a:rPr lang="en-US" altLang="zh-CN" sz="2400" b="1" noProof="1">
                <a:solidFill>
                  <a:schemeClr val="accent6"/>
                </a:solidFill>
                <a:latin typeface="Times New Roman"/>
                <a:ea typeface="微软雅黑"/>
                <a:cs typeface="Arial" panose="020B0604020202020204" pitchFamily="34" charset="0"/>
                <a:sym typeface="Times New Roman"/>
              </a:rPr>
              <a:t>FAST</a:t>
            </a:r>
            <a:r>
              <a:rPr lang="zh-CN" altLang="en-US" sz="2400" b="1" noProof="1">
                <a:solidFill>
                  <a:schemeClr val="accent6"/>
                </a:solidFill>
                <a:latin typeface="Times New Roman"/>
                <a:ea typeface="微软雅黑"/>
                <a:cs typeface="Arial" panose="020B0604020202020204" pitchFamily="34" charset="0"/>
                <a:sym typeface="Times New Roman"/>
              </a:rPr>
              <a:t>关键点检测</a:t>
            </a:r>
          </a:p>
        </p:txBody>
      </p:sp>
      <p:sp>
        <p:nvSpPr>
          <p:cNvPr id="3" name="文本框 2">
            <a:extLst>
              <a:ext uri="{FF2B5EF4-FFF2-40B4-BE49-F238E27FC236}">
                <a16:creationId xmlns:a16="http://schemas.microsoft.com/office/drawing/2014/main" id="{233E0D10-F60D-A5E0-1BE9-10C0FFACB2D8}"/>
              </a:ext>
            </a:extLst>
          </p:cNvPr>
          <p:cNvSpPr txBox="1"/>
          <p:nvPr/>
        </p:nvSpPr>
        <p:spPr>
          <a:xfrm>
            <a:off x="381000" y="1371600"/>
            <a:ext cx="8382000" cy="646331"/>
          </a:xfrm>
          <a:prstGeom prst="rect">
            <a:avLst/>
          </a:prstGeom>
          <a:noFill/>
        </p:spPr>
        <p:txBody>
          <a:bodyPr wrap="square" rtlCol="0">
            <a:spAutoFit/>
          </a:bodyPr>
          <a:lstStyle/>
          <a:p>
            <a:r>
              <a:rPr lang="zh-CN" altLang="en-US" dirty="0"/>
              <a:t>对于每一个待检测的像素点（称为中心像素），</a:t>
            </a:r>
            <a:r>
              <a:rPr lang="en-US" altLang="zh-CN" dirty="0"/>
              <a:t>FAST</a:t>
            </a:r>
            <a:r>
              <a:rPr lang="zh-CN" altLang="en-US" dirty="0"/>
              <a:t>在其周围定义一个圆形邻域。通常选取半径为</a:t>
            </a:r>
            <a:r>
              <a:rPr lang="en-US" altLang="zh-CN" dirty="0"/>
              <a:t>3</a:t>
            </a:r>
            <a:r>
              <a:rPr lang="zh-CN" altLang="en-US" dirty="0"/>
              <a:t>的圆形邻域，包含</a:t>
            </a:r>
            <a:r>
              <a:rPr lang="en-US" altLang="zh-CN" dirty="0"/>
              <a:t>16</a:t>
            </a:r>
            <a:r>
              <a:rPr lang="zh-CN" altLang="en-US" dirty="0"/>
              <a:t>个像素（即中心像素周围的</a:t>
            </a:r>
            <a:r>
              <a:rPr lang="en-US" altLang="zh-CN" dirty="0"/>
              <a:t>16</a:t>
            </a:r>
            <a:r>
              <a:rPr lang="zh-CN" altLang="en-US" dirty="0"/>
              <a:t>个像素位置）。</a:t>
            </a:r>
          </a:p>
        </p:txBody>
      </p:sp>
      <p:pic>
        <p:nvPicPr>
          <p:cNvPr id="4" name="图片 3">
            <a:extLst>
              <a:ext uri="{FF2B5EF4-FFF2-40B4-BE49-F238E27FC236}">
                <a16:creationId xmlns:a16="http://schemas.microsoft.com/office/drawing/2014/main" id="{B0742C5A-D72C-E624-DEE6-57D39387FCBE}"/>
              </a:ext>
            </a:extLst>
          </p:cNvPr>
          <p:cNvPicPr>
            <a:picLocks noChangeAspect="1"/>
          </p:cNvPicPr>
          <p:nvPr/>
        </p:nvPicPr>
        <p:blipFill>
          <a:blip r:embed="rId2"/>
          <a:stretch>
            <a:fillRect/>
          </a:stretch>
        </p:blipFill>
        <p:spPr>
          <a:xfrm>
            <a:off x="366188" y="2240445"/>
            <a:ext cx="4369561" cy="2514600"/>
          </a:xfrm>
          <a:prstGeom prst="rect">
            <a:avLst/>
          </a:prstGeom>
        </p:spPr>
      </p:pic>
      <p:sp>
        <p:nvSpPr>
          <p:cNvPr id="5" name="文本框 4">
            <a:extLst>
              <a:ext uri="{FF2B5EF4-FFF2-40B4-BE49-F238E27FC236}">
                <a16:creationId xmlns:a16="http://schemas.microsoft.com/office/drawing/2014/main" id="{F32D2CFE-2BAF-F444-040D-FD30621A9FCE}"/>
              </a:ext>
            </a:extLst>
          </p:cNvPr>
          <p:cNvSpPr txBox="1"/>
          <p:nvPr/>
        </p:nvSpPr>
        <p:spPr>
          <a:xfrm>
            <a:off x="5410200" y="2482082"/>
            <a:ext cx="3200400" cy="2031325"/>
          </a:xfrm>
          <a:prstGeom prst="rect">
            <a:avLst/>
          </a:prstGeom>
          <a:noFill/>
        </p:spPr>
        <p:txBody>
          <a:bodyPr wrap="square" rtlCol="0">
            <a:spAutoFit/>
          </a:bodyPr>
          <a:lstStyle/>
          <a:p>
            <a:r>
              <a:rPr lang="zh-CN" altLang="en-US" dirty="0"/>
              <a:t>为了获得更快的结果，还采用了额外的加速办法。如果测试了候选点周围每隔</a:t>
            </a:r>
            <a:r>
              <a:rPr lang="en-US" altLang="zh-CN" dirty="0"/>
              <a:t>90</a:t>
            </a:r>
            <a:r>
              <a:rPr lang="zh-CN" altLang="en-US" dirty="0"/>
              <a:t>度角的</a:t>
            </a:r>
            <a:r>
              <a:rPr lang="en-US" altLang="zh-CN" dirty="0"/>
              <a:t>4</a:t>
            </a:r>
            <a:r>
              <a:rPr lang="zh-CN" altLang="en-US" dirty="0"/>
              <a:t>个点，应该至少有</a:t>
            </a:r>
            <a:r>
              <a:rPr lang="en-US" altLang="zh-CN" dirty="0"/>
              <a:t>3</a:t>
            </a:r>
            <a:r>
              <a:rPr lang="zh-CN" altLang="en-US" dirty="0"/>
              <a:t>个和候选点的灰度值差足够大，否则则不用再计算其他点，直接认为该候选点不是特征点。</a:t>
            </a:r>
          </a:p>
        </p:txBody>
      </p:sp>
      <p:sp>
        <p:nvSpPr>
          <p:cNvPr id="6" name="文本框 5">
            <a:extLst>
              <a:ext uri="{FF2B5EF4-FFF2-40B4-BE49-F238E27FC236}">
                <a16:creationId xmlns:a16="http://schemas.microsoft.com/office/drawing/2014/main" id="{3F6ABEF2-DEB9-0256-A174-7CA5CB31A1EA}"/>
              </a:ext>
            </a:extLst>
          </p:cNvPr>
          <p:cNvSpPr txBox="1"/>
          <p:nvPr/>
        </p:nvSpPr>
        <p:spPr>
          <a:xfrm>
            <a:off x="533400" y="5181600"/>
            <a:ext cx="7924800" cy="369332"/>
          </a:xfrm>
          <a:prstGeom prst="rect">
            <a:avLst/>
          </a:prstGeom>
          <a:noFill/>
        </p:spPr>
        <p:txBody>
          <a:bodyPr wrap="square" rtlCol="0">
            <a:spAutoFit/>
          </a:bodyPr>
          <a:lstStyle/>
          <a:p>
            <a:r>
              <a:rPr lang="zh-CN" altLang="en-US" dirty="0"/>
              <a:t>针对邻域半径的选择，许多论文认为</a:t>
            </a:r>
            <a:r>
              <a:rPr lang="en-US" altLang="zh-CN" dirty="0"/>
              <a:t>FAST-9,</a:t>
            </a:r>
            <a:r>
              <a:rPr lang="zh-CN" altLang="en-US" dirty="0"/>
              <a:t>即选择半径为</a:t>
            </a:r>
            <a:r>
              <a:rPr lang="en-US" altLang="zh-CN" dirty="0"/>
              <a:t>9</a:t>
            </a:r>
            <a:r>
              <a:rPr lang="zh-CN" altLang="en-US" dirty="0"/>
              <a:t>效果更好。</a:t>
            </a:r>
          </a:p>
        </p:txBody>
      </p:sp>
    </p:spTree>
    <p:extLst>
      <p:ext uri="{BB962C8B-B14F-4D97-AF65-F5344CB8AC3E}">
        <p14:creationId xmlns:p14="http://schemas.microsoft.com/office/powerpoint/2010/main" val="3976162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iterate type="lt">
                                    <p:tmPct val="10000"/>
                                  </p:iterate>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0">
            <a:extLst>
              <a:ext uri="{FF2B5EF4-FFF2-40B4-BE49-F238E27FC236}">
                <a16:creationId xmlns:a16="http://schemas.microsoft.com/office/drawing/2014/main" id="{144C8510-D72C-7B0C-ADE4-B64193280042}"/>
              </a:ext>
            </a:extLst>
          </p:cNvPr>
          <p:cNvSpPr>
            <a:spLocks noChangeArrowheads="1"/>
          </p:cNvSpPr>
          <p:nvPr/>
        </p:nvSpPr>
        <p:spPr bwMode="auto">
          <a:xfrm>
            <a:off x="152400" y="762000"/>
            <a:ext cx="457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12813">
              <a:lnSpc>
                <a:spcPct val="90000"/>
              </a:lnSpc>
              <a:spcBef>
                <a:spcPts val="1000"/>
              </a:spcBef>
              <a:buFont typeface="Arial" panose="020B0604020202020204" pitchFamily="34" charset="0"/>
              <a:buChar char="•"/>
              <a:defRPr sz="2800">
                <a:solidFill>
                  <a:srgbClr val="595959"/>
                </a:solidFill>
                <a:latin typeface="Calibri Light" panose="020F0302020204030204" pitchFamily="34" charset="0"/>
                <a:cs typeface="Roboto Light" pitchFamily="2" charset="0"/>
              </a:defRPr>
            </a:lvl1pPr>
            <a:lvl2pPr marL="742950" indent="-285750" defTabSz="912813">
              <a:lnSpc>
                <a:spcPct val="90000"/>
              </a:lnSpc>
              <a:spcBef>
                <a:spcPts val="500"/>
              </a:spcBef>
              <a:buFont typeface="Arial" panose="020B0604020202020204" pitchFamily="34" charset="0"/>
              <a:buChar char="•"/>
              <a:defRPr sz="2400">
                <a:solidFill>
                  <a:srgbClr val="595959"/>
                </a:solidFill>
                <a:latin typeface="Calibri Light" panose="020F0302020204030204" pitchFamily="34" charset="0"/>
                <a:cs typeface="Roboto Light" pitchFamily="2" charset="0"/>
              </a:defRPr>
            </a:lvl2pPr>
            <a:lvl3pPr marL="11430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3pPr>
            <a:lvl4pPr marL="16002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4pPr>
            <a:lvl5pPr marL="20574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5pPr>
            <a:lvl6pPr marL="25146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6pPr>
            <a:lvl7pPr marL="29718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7pPr>
            <a:lvl8pPr marL="34290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8pPr>
            <a:lvl9pPr marL="38862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9pPr>
          </a:lstStyle>
          <a:p>
            <a:pPr>
              <a:lnSpc>
                <a:spcPct val="100000"/>
              </a:lnSpc>
              <a:spcBef>
                <a:spcPct val="0"/>
              </a:spcBef>
              <a:buNone/>
            </a:pPr>
            <a:r>
              <a:rPr lang="en-US" altLang="zh-CN" sz="2400" b="1" noProof="1">
                <a:solidFill>
                  <a:schemeClr val="accent6"/>
                </a:solidFill>
                <a:latin typeface="Times New Roman"/>
                <a:ea typeface="微软雅黑"/>
                <a:cs typeface="Arial" panose="020B0604020202020204" pitchFamily="34" charset="0"/>
                <a:sym typeface="Times New Roman"/>
              </a:rPr>
              <a:t>OFAST</a:t>
            </a:r>
            <a:endParaRPr lang="zh-CN" altLang="en-US" sz="2400" b="1" noProof="1">
              <a:solidFill>
                <a:schemeClr val="accent6"/>
              </a:solidFill>
              <a:latin typeface="Times New Roman"/>
              <a:ea typeface="微软雅黑"/>
              <a:cs typeface="Arial" panose="020B0604020202020204" pitchFamily="34" charset="0"/>
              <a:sym typeface="Times New Roman"/>
            </a:endParaRPr>
          </a:p>
        </p:txBody>
      </p:sp>
      <p:sp>
        <p:nvSpPr>
          <p:cNvPr id="4" name="文本框 3">
            <a:extLst>
              <a:ext uri="{FF2B5EF4-FFF2-40B4-BE49-F238E27FC236}">
                <a16:creationId xmlns:a16="http://schemas.microsoft.com/office/drawing/2014/main" id="{2A50B97A-135E-92A3-10A0-B5C9734F9F13}"/>
              </a:ext>
            </a:extLst>
          </p:cNvPr>
          <p:cNvSpPr txBox="1"/>
          <p:nvPr/>
        </p:nvSpPr>
        <p:spPr>
          <a:xfrm>
            <a:off x="152400" y="1295400"/>
            <a:ext cx="8318770" cy="2308324"/>
          </a:xfrm>
          <a:prstGeom prst="rect">
            <a:avLst/>
          </a:prstGeom>
          <a:noFill/>
        </p:spPr>
        <p:txBody>
          <a:bodyPr wrap="square" rtlCol="0">
            <a:spAutoFit/>
          </a:bodyPr>
          <a:lstStyle/>
          <a:p>
            <a:r>
              <a:rPr lang="en-US" altLang="zh-CN" dirty="0"/>
              <a:t>FAST</a:t>
            </a:r>
            <a:r>
              <a:rPr lang="zh-CN" altLang="en-US" dirty="0"/>
              <a:t>本身不具备尺度不变性，也就是说它在不同尺度（缩放）下的检测效果不稳定。为了解决这个问题，可以将</a:t>
            </a:r>
            <a:r>
              <a:rPr lang="en-US" altLang="zh-CN" dirty="0"/>
              <a:t>FAST</a:t>
            </a:r>
            <a:r>
              <a:rPr lang="zh-CN" altLang="en-US" dirty="0"/>
              <a:t>与图像金字塔（</a:t>
            </a:r>
            <a:r>
              <a:rPr lang="en-US" altLang="zh-CN" dirty="0"/>
              <a:t>image pyramid</a:t>
            </a:r>
            <a:r>
              <a:rPr lang="zh-CN" altLang="en-US" dirty="0"/>
              <a:t>）结合使用：将图像逐层缩小，形成金字塔结构。在每一层使用</a:t>
            </a:r>
            <a:r>
              <a:rPr lang="en-US" altLang="zh-CN" dirty="0"/>
              <a:t>FAST</a:t>
            </a:r>
            <a:r>
              <a:rPr lang="zh-CN" altLang="en-US" dirty="0"/>
              <a:t>算法检测角点。将各个尺度的角点集合在一起，得到多尺度的角点检测结果。</a:t>
            </a:r>
            <a:endParaRPr lang="en-US" altLang="zh-CN" dirty="0"/>
          </a:p>
          <a:p>
            <a:endParaRPr lang="en-US" altLang="zh-CN" dirty="0"/>
          </a:p>
          <a:p>
            <a:r>
              <a:rPr lang="zh-CN" altLang="zh-CN" sz="1800" dirty="0"/>
              <a:t>要为</a:t>
            </a:r>
            <a:r>
              <a:rPr lang="en-US" altLang="zh-CN" sz="1800" dirty="0"/>
              <a:t>FAST</a:t>
            </a:r>
            <a:r>
              <a:rPr lang="zh-CN" altLang="zh-CN" sz="1800" dirty="0"/>
              <a:t>兴趣点添加方向，使其成为具有方向的</a:t>
            </a:r>
            <a:r>
              <a:rPr lang="en-US" altLang="zh-CN" sz="1800" dirty="0"/>
              <a:t>FAST</a:t>
            </a:r>
            <a:r>
              <a:rPr lang="zh-CN" altLang="zh-CN" sz="1800" dirty="0"/>
              <a:t>兴趣点（</a:t>
            </a:r>
            <a:r>
              <a:rPr lang="en-US" altLang="zh-CN" sz="1800" dirty="0" err="1"/>
              <a:t>oFAST</a:t>
            </a:r>
            <a:r>
              <a:rPr lang="zh-CN" altLang="zh-CN" sz="1800" dirty="0"/>
              <a:t>），通过引入灰度质心法去</a:t>
            </a:r>
            <a:r>
              <a:rPr lang="zh-CN" altLang="en-US" sz="1800" dirty="0"/>
              <a:t>定</a:t>
            </a:r>
            <a:r>
              <a:rPr lang="zh-CN" altLang="zh-CN" sz="1800" dirty="0"/>
              <a:t>特征点的方向，即通过计算特征点的矩来得到点的方向</a:t>
            </a:r>
            <a:r>
              <a:rPr lang="zh-CN" altLang="en-US" sz="1800" dirty="0"/>
              <a:t>。</a:t>
            </a:r>
            <a:endParaRPr lang="en-US" altLang="zh-CN" sz="1800" dirty="0"/>
          </a:p>
          <a:p>
            <a:endParaRPr lang="zh-CN" altLang="en-US" dirty="0"/>
          </a:p>
        </p:txBody>
      </p:sp>
      <p:pic>
        <p:nvPicPr>
          <p:cNvPr id="8" name="图片 7">
            <a:extLst>
              <a:ext uri="{FF2B5EF4-FFF2-40B4-BE49-F238E27FC236}">
                <a16:creationId xmlns:a16="http://schemas.microsoft.com/office/drawing/2014/main" id="{F356DE79-532A-175B-274B-5AA3B8B2A564}"/>
              </a:ext>
            </a:extLst>
          </p:cNvPr>
          <p:cNvPicPr>
            <a:picLocks noChangeAspect="1"/>
          </p:cNvPicPr>
          <p:nvPr/>
        </p:nvPicPr>
        <p:blipFill>
          <a:blip r:embed="rId2"/>
          <a:stretch>
            <a:fillRect/>
          </a:stretch>
        </p:blipFill>
        <p:spPr>
          <a:xfrm>
            <a:off x="189689" y="3566435"/>
            <a:ext cx="4852415" cy="2702668"/>
          </a:xfrm>
          <a:prstGeom prst="rect">
            <a:avLst/>
          </a:prstGeom>
        </p:spPr>
      </p:pic>
      <p:pic>
        <p:nvPicPr>
          <p:cNvPr id="10" name="图片 9">
            <a:extLst>
              <a:ext uri="{FF2B5EF4-FFF2-40B4-BE49-F238E27FC236}">
                <a16:creationId xmlns:a16="http://schemas.microsoft.com/office/drawing/2014/main" id="{4682D192-2C13-C715-70A4-B6E1C0B6E175}"/>
              </a:ext>
            </a:extLst>
          </p:cNvPr>
          <p:cNvPicPr>
            <a:picLocks noChangeAspect="1"/>
          </p:cNvPicPr>
          <p:nvPr/>
        </p:nvPicPr>
        <p:blipFill>
          <a:blip r:embed="rId3"/>
          <a:stretch>
            <a:fillRect/>
          </a:stretch>
        </p:blipFill>
        <p:spPr>
          <a:xfrm>
            <a:off x="5562600" y="3810000"/>
            <a:ext cx="2636748" cy="571550"/>
          </a:xfrm>
          <a:prstGeom prst="rect">
            <a:avLst/>
          </a:prstGeom>
        </p:spPr>
      </p:pic>
      <p:pic>
        <p:nvPicPr>
          <p:cNvPr id="12" name="图片 11">
            <a:extLst>
              <a:ext uri="{FF2B5EF4-FFF2-40B4-BE49-F238E27FC236}">
                <a16:creationId xmlns:a16="http://schemas.microsoft.com/office/drawing/2014/main" id="{C64B3A7C-1F03-FDF3-F1EA-F064864CC3E4}"/>
              </a:ext>
            </a:extLst>
          </p:cNvPr>
          <p:cNvPicPr>
            <a:picLocks noChangeAspect="1"/>
          </p:cNvPicPr>
          <p:nvPr/>
        </p:nvPicPr>
        <p:blipFill>
          <a:blip r:embed="rId4"/>
          <a:stretch>
            <a:fillRect/>
          </a:stretch>
        </p:blipFill>
        <p:spPr>
          <a:xfrm>
            <a:off x="5499370" y="4724400"/>
            <a:ext cx="3327093" cy="914400"/>
          </a:xfrm>
          <a:prstGeom prst="rect">
            <a:avLst/>
          </a:prstGeom>
        </p:spPr>
      </p:pic>
    </p:spTree>
    <p:extLst>
      <p:ext uri="{BB962C8B-B14F-4D97-AF65-F5344CB8AC3E}">
        <p14:creationId xmlns:p14="http://schemas.microsoft.com/office/powerpoint/2010/main" val="259793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iterate type="lt">
                                    <p:tmPct val="10000"/>
                                  </p:iterate>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21C7B11-7E0D-457C-E828-983D013C83D6}"/>
              </a:ext>
            </a:extLst>
          </p:cNvPr>
          <p:cNvSpPr txBox="1"/>
          <p:nvPr/>
        </p:nvSpPr>
        <p:spPr>
          <a:xfrm>
            <a:off x="303179" y="1371600"/>
            <a:ext cx="8610600" cy="1477328"/>
          </a:xfrm>
          <a:prstGeom prst="rect">
            <a:avLst/>
          </a:prstGeom>
          <a:noFill/>
        </p:spPr>
        <p:txBody>
          <a:bodyPr wrap="square" rtlCol="0">
            <a:spAutoFit/>
          </a:bodyPr>
          <a:lstStyle/>
          <a:p>
            <a:pPr algn="l"/>
            <a:r>
              <a:rPr lang="en-US" altLang="zh-CN" sz="1800" dirty="0"/>
              <a:t>BRIEF</a:t>
            </a:r>
            <a:r>
              <a:rPr lang="zh-CN" altLang="zh-CN" sz="1800" dirty="0"/>
              <a:t>的主要思想是在特征点附近随机选取若干点对组成图像块，把这些</a:t>
            </a:r>
            <a:r>
              <a:rPr lang="zh-CN" altLang="zh-CN" sz="1800" dirty="0">
                <a:solidFill>
                  <a:srgbClr val="FF0000"/>
                </a:solidFill>
              </a:rPr>
              <a:t>图像块</a:t>
            </a:r>
            <a:r>
              <a:rPr lang="zh-CN" altLang="zh-CN" sz="1800" dirty="0"/>
              <a:t>的灰度值二值化后组成一个二进制串，并将这个二进制串作为该特征点的特征描述子。</a:t>
            </a:r>
            <a:r>
              <a:rPr lang="en-US" altLang="zh-CN" sz="1800" dirty="0"/>
              <a:t>BRIEF</a:t>
            </a:r>
            <a:r>
              <a:rPr lang="zh-CN" altLang="zh-CN" sz="1800" dirty="0"/>
              <a:t>描述子的每一位都是由随机选取的两个二进制点做比较得来的。</a:t>
            </a:r>
            <a:endParaRPr lang="en-US" altLang="zh-CN" sz="1800" dirty="0"/>
          </a:p>
          <a:p>
            <a:pPr algn="l"/>
            <a:r>
              <a:rPr lang="zh-CN" altLang="zh-CN" sz="1800" dirty="0"/>
              <a:t>定义一个经过高斯核做过平滑处理的图像块</a:t>
            </a:r>
            <a:r>
              <a:rPr lang="en-US" altLang="zh-CN" sz="1800" dirty="0"/>
              <a:t>p</a:t>
            </a:r>
            <a:r>
              <a:rPr lang="zh-CN" altLang="zh-CN" sz="1800" dirty="0"/>
              <a:t>的二进制比较准则</a:t>
            </a:r>
            <a:r>
              <a:rPr lang="en-US" altLang="zh-CN" sz="1800" dirty="0"/>
              <a:t>τ</a:t>
            </a:r>
            <a:r>
              <a:rPr lang="zh-CN" altLang="zh-CN" sz="1800" dirty="0"/>
              <a:t>为：</a:t>
            </a:r>
            <a:endParaRPr lang="en-US" altLang="zh-CN" sz="1800" dirty="0"/>
          </a:p>
          <a:p>
            <a:pPr algn="l"/>
            <a:endParaRPr lang="zh-CN" altLang="en-US" sz="1800" b="1" dirty="0"/>
          </a:p>
        </p:txBody>
      </p:sp>
      <p:pic>
        <p:nvPicPr>
          <p:cNvPr id="3" name="图片 2">
            <a:extLst>
              <a:ext uri="{FF2B5EF4-FFF2-40B4-BE49-F238E27FC236}">
                <a16:creationId xmlns:a16="http://schemas.microsoft.com/office/drawing/2014/main" id="{C78FDC26-44F9-3193-DCEB-03A9D3573258}"/>
              </a:ext>
            </a:extLst>
          </p:cNvPr>
          <p:cNvPicPr>
            <a:picLocks noChangeAspect="1"/>
          </p:cNvPicPr>
          <p:nvPr/>
        </p:nvPicPr>
        <p:blipFill>
          <a:blip r:embed="rId2"/>
          <a:stretch>
            <a:fillRect/>
          </a:stretch>
        </p:blipFill>
        <p:spPr>
          <a:xfrm>
            <a:off x="2514600" y="2848928"/>
            <a:ext cx="3438442" cy="804742"/>
          </a:xfrm>
          <a:prstGeom prst="rect">
            <a:avLst/>
          </a:prstGeom>
        </p:spPr>
      </p:pic>
      <p:sp>
        <p:nvSpPr>
          <p:cNvPr id="5" name="文本框 4">
            <a:extLst>
              <a:ext uri="{FF2B5EF4-FFF2-40B4-BE49-F238E27FC236}">
                <a16:creationId xmlns:a16="http://schemas.microsoft.com/office/drawing/2014/main" id="{B9537CD1-0535-962F-C4DE-B691BD3028E9}"/>
              </a:ext>
            </a:extLst>
          </p:cNvPr>
          <p:cNvSpPr txBox="1"/>
          <p:nvPr/>
        </p:nvSpPr>
        <p:spPr>
          <a:xfrm>
            <a:off x="303179" y="4114800"/>
            <a:ext cx="7774021" cy="923330"/>
          </a:xfrm>
          <a:prstGeom prst="rect">
            <a:avLst/>
          </a:prstGeom>
          <a:noFill/>
        </p:spPr>
        <p:txBody>
          <a:bodyPr wrap="square" rtlCol="0">
            <a:spAutoFit/>
          </a:bodyPr>
          <a:lstStyle/>
          <a:p>
            <a:r>
              <a:rPr lang="zh-CN" altLang="en-US" dirty="0"/>
              <a:t>假设选择</a:t>
            </a:r>
            <a:r>
              <a:rPr lang="en-US" altLang="zh-CN" dirty="0"/>
              <a:t>n</a:t>
            </a:r>
            <a:r>
              <a:rPr lang="zh-CN" altLang="en-US" dirty="0"/>
              <a:t>个像素位置对，则对应可得到</a:t>
            </a:r>
            <a:r>
              <a:rPr lang="en-US" altLang="zh-CN" dirty="0"/>
              <a:t>BRIEF</a:t>
            </a:r>
            <a:r>
              <a:rPr lang="zh-CN" altLang="en-US" dirty="0"/>
              <a:t>的</a:t>
            </a:r>
            <a:r>
              <a:rPr lang="en-US" altLang="zh-CN" dirty="0"/>
              <a:t>n</a:t>
            </a:r>
            <a:r>
              <a:rPr lang="zh-CN" altLang="en-US" dirty="0"/>
              <a:t>位二进制比特串。</a:t>
            </a:r>
            <a:endParaRPr lang="en-US" altLang="zh-CN" dirty="0"/>
          </a:p>
          <a:p>
            <a:endParaRPr lang="en-US" altLang="zh-CN" dirty="0"/>
          </a:p>
          <a:p>
            <a:endParaRPr lang="zh-CN" altLang="en-US" dirty="0"/>
          </a:p>
        </p:txBody>
      </p:sp>
      <p:pic>
        <p:nvPicPr>
          <p:cNvPr id="6" name="Picture 3">
            <a:extLst>
              <a:ext uri="{FF2B5EF4-FFF2-40B4-BE49-F238E27FC236}">
                <a16:creationId xmlns:a16="http://schemas.microsoft.com/office/drawing/2014/main" id="{416B7F93-0456-33BC-CB63-868E8069F5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4659362"/>
            <a:ext cx="3517916" cy="757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70">
            <a:extLst>
              <a:ext uri="{FF2B5EF4-FFF2-40B4-BE49-F238E27FC236}">
                <a16:creationId xmlns:a16="http://schemas.microsoft.com/office/drawing/2014/main" id="{144C8510-D72C-7B0C-ADE4-B64193280042}"/>
              </a:ext>
            </a:extLst>
          </p:cNvPr>
          <p:cNvSpPr>
            <a:spLocks noChangeArrowheads="1"/>
          </p:cNvSpPr>
          <p:nvPr/>
        </p:nvSpPr>
        <p:spPr bwMode="auto">
          <a:xfrm>
            <a:off x="303179" y="909935"/>
            <a:ext cx="457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12813">
              <a:lnSpc>
                <a:spcPct val="90000"/>
              </a:lnSpc>
              <a:spcBef>
                <a:spcPts val="1000"/>
              </a:spcBef>
              <a:buFont typeface="Arial" panose="020B0604020202020204" pitchFamily="34" charset="0"/>
              <a:buChar char="•"/>
              <a:defRPr sz="2800">
                <a:solidFill>
                  <a:srgbClr val="595959"/>
                </a:solidFill>
                <a:latin typeface="Calibri Light" panose="020F0302020204030204" pitchFamily="34" charset="0"/>
                <a:cs typeface="Roboto Light" pitchFamily="2" charset="0"/>
              </a:defRPr>
            </a:lvl1pPr>
            <a:lvl2pPr marL="742950" indent="-285750" defTabSz="912813">
              <a:lnSpc>
                <a:spcPct val="90000"/>
              </a:lnSpc>
              <a:spcBef>
                <a:spcPts val="500"/>
              </a:spcBef>
              <a:buFont typeface="Arial" panose="020B0604020202020204" pitchFamily="34" charset="0"/>
              <a:buChar char="•"/>
              <a:defRPr sz="2400">
                <a:solidFill>
                  <a:srgbClr val="595959"/>
                </a:solidFill>
                <a:latin typeface="Calibri Light" panose="020F0302020204030204" pitchFamily="34" charset="0"/>
                <a:cs typeface="Roboto Light" pitchFamily="2" charset="0"/>
              </a:defRPr>
            </a:lvl2pPr>
            <a:lvl3pPr marL="11430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3pPr>
            <a:lvl4pPr marL="16002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4pPr>
            <a:lvl5pPr marL="20574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5pPr>
            <a:lvl6pPr marL="25146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6pPr>
            <a:lvl7pPr marL="29718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7pPr>
            <a:lvl8pPr marL="34290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8pPr>
            <a:lvl9pPr marL="38862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9pPr>
          </a:lstStyle>
          <a:p>
            <a:pPr>
              <a:lnSpc>
                <a:spcPct val="100000"/>
              </a:lnSpc>
              <a:spcBef>
                <a:spcPct val="0"/>
              </a:spcBef>
              <a:buNone/>
            </a:pPr>
            <a:r>
              <a:rPr lang="en-US" altLang="zh-CN" sz="2400" b="1" noProof="1">
                <a:solidFill>
                  <a:schemeClr val="accent6"/>
                </a:solidFill>
                <a:latin typeface="Times New Roman"/>
                <a:ea typeface="微软雅黑"/>
                <a:cs typeface="Arial" panose="020B0604020202020204" pitchFamily="34" charset="0"/>
                <a:sym typeface="Times New Roman"/>
              </a:rPr>
              <a:t>BRIEF</a:t>
            </a:r>
          </a:p>
        </p:txBody>
      </p:sp>
    </p:spTree>
    <p:extLst>
      <p:ext uri="{BB962C8B-B14F-4D97-AF65-F5344CB8AC3E}">
        <p14:creationId xmlns:p14="http://schemas.microsoft.com/office/powerpoint/2010/main" val="3526419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0">
            <a:extLst>
              <a:ext uri="{FF2B5EF4-FFF2-40B4-BE49-F238E27FC236}">
                <a16:creationId xmlns:a16="http://schemas.microsoft.com/office/drawing/2014/main" id="{144C8510-D72C-7B0C-ADE4-B64193280042}"/>
              </a:ext>
            </a:extLst>
          </p:cNvPr>
          <p:cNvSpPr>
            <a:spLocks noChangeArrowheads="1"/>
          </p:cNvSpPr>
          <p:nvPr/>
        </p:nvSpPr>
        <p:spPr bwMode="auto">
          <a:xfrm>
            <a:off x="152400" y="762000"/>
            <a:ext cx="457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12813">
              <a:lnSpc>
                <a:spcPct val="90000"/>
              </a:lnSpc>
              <a:spcBef>
                <a:spcPts val="1000"/>
              </a:spcBef>
              <a:buFont typeface="Arial" panose="020B0604020202020204" pitchFamily="34" charset="0"/>
              <a:buChar char="•"/>
              <a:defRPr sz="2800">
                <a:solidFill>
                  <a:srgbClr val="595959"/>
                </a:solidFill>
                <a:latin typeface="Calibri Light" panose="020F0302020204030204" pitchFamily="34" charset="0"/>
                <a:cs typeface="Roboto Light" pitchFamily="2" charset="0"/>
              </a:defRPr>
            </a:lvl1pPr>
            <a:lvl2pPr marL="742950" indent="-285750" defTabSz="912813">
              <a:lnSpc>
                <a:spcPct val="90000"/>
              </a:lnSpc>
              <a:spcBef>
                <a:spcPts val="500"/>
              </a:spcBef>
              <a:buFont typeface="Arial" panose="020B0604020202020204" pitchFamily="34" charset="0"/>
              <a:buChar char="•"/>
              <a:defRPr sz="2400">
                <a:solidFill>
                  <a:srgbClr val="595959"/>
                </a:solidFill>
                <a:latin typeface="Calibri Light" panose="020F0302020204030204" pitchFamily="34" charset="0"/>
                <a:cs typeface="Roboto Light" pitchFamily="2" charset="0"/>
              </a:defRPr>
            </a:lvl2pPr>
            <a:lvl3pPr marL="11430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3pPr>
            <a:lvl4pPr marL="16002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4pPr>
            <a:lvl5pPr marL="20574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5pPr>
            <a:lvl6pPr marL="25146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6pPr>
            <a:lvl7pPr marL="29718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7pPr>
            <a:lvl8pPr marL="34290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8pPr>
            <a:lvl9pPr marL="38862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9pPr>
          </a:lstStyle>
          <a:p>
            <a:pPr>
              <a:lnSpc>
                <a:spcPct val="100000"/>
              </a:lnSpc>
              <a:spcBef>
                <a:spcPct val="0"/>
              </a:spcBef>
              <a:buNone/>
            </a:pPr>
            <a:r>
              <a:rPr lang="en-US" altLang="zh-CN" sz="2400" b="1" noProof="1">
                <a:solidFill>
                  <a:schemeClr val="accent6"/>
                </a:solidFill>
                <a:latin typeface="Times New Roman"/>
                <a:ea typeface="微软雅黑"/>
                <a:cs typeface="Arial" panose="020B0604020202020204" pitchFamily="34" charset="0"/>
                <a:sym typeface="Times New Roman"/>
              </a:rPr>
              <a:t>ORB</a:t>
            </a:r>
            <a:r>
              <a:rPr lang="zh-CN" altLang="en-US" sz="2400" b="1" noProof="1">
                <a:solidFill>
                  <a:schemeClr val="accent6"/>
                </a:solidFill>
                <a:latin typeface="Times New Roman"/>
                <a:ea typeface="微软雅黑"/>
                <a:cs typeface="Arial" panose="020B0604020202020204" pitchFamily="34" charset="0"/>
                <a:sym typeface="Times New Roman"/>
              </a:rPr>
              <a:t>算法</a:t>
            </a:r>
            <a:endParaRPr lang="en-US" altLang="zh-CN" sz="2400" b="1" noProof="1">
              <a:solidFill>
                <a:schemeClr val="accent6"/>
              </a:solidFill>
              <a:latin typeface="Times New Roman"/>
              <a:ea typeface="微软雅黑"/>
              <a:cs typeface="Arial" panose="020B0604020202020204" pitchFamily="34" charset="0"/>
              <a:sym typeface="Times New Roman"/>
            </a:endParaRPr>
          </a:p>
        </p:txBody>
      </p:sp>
      <p:sp>
        <p:nvSpPr>
          <p:cNvPr id="9" name="TextBox 27">
            <a:extLst>
              <a:ext uri="{FF2B5EF4-FFF2-40B4-BE49-F238E27FC236}">
                <a16:creationId xmlns:a16="http://schemas.microsoft.com/office/drawing/2014/main" id="{A7A9ABE9-3A8B-2DD3-0A46-6503FC4D5F78}"/>
              </a:ext>
            </a:extLst>
          </p:cNvPr>
          <p:cNvSpPr txBox="1"/>
          <p:nvPr/>
        </p:nvSpPr>
        <p:spPr>
          <a:xfrm>
            <a:off x="199292" y="1447800"/>
            <a:ext cx="8382000" cy="369332"/>
          </a:xfrm>
          <a:prstGeom prst="rect">
            <a:avLst/>
          </a:prstGeom>
          <a:noFill/>
        </p:spPr>
        <p:txBody>
          <a:bodyPr wrap="square" rtlCol="0">
            <a:spAutoFit/>
          </a:bodyPr>
          <a:lstStyle/>
          <a:p>
            <a:r>
              <a:rPr lang="en-US" altLang="zh-CN" b="1" dirty="0">
                <a:solidFill>
                  <a:schemeClr val="accent6"/>
                </a:solidFill>
              </a:rPr>
              <a:t>FAST</a:t>
            </a:r>
            <a:r>
              <a:rPr lang="zh-CN" altLang="en-US" b="1" dirty="0">
                <a:solidFill>
                  <a:schemeClr val="accent6"/>
                </a:solidFill>
              </a:rPr>
              <a:t>算法的改进</a:t>
            </a:r>
            <a:endParaRPr lang="en-US" altLang="zh-CN" b="1" dirty="0">
              <a:solidFill>
                <a:schemeClr val="accent6"/>
              </a:solidFill>
            </a:endParaRPr>
          </a:p>
        </p:txBody>
      </p:sp>
      <p:sp>
        <p:nvSpPr>
          <p:cNvPr id="4" name="文本框 3">
            <a:extLst>
              <a:ext uri="{FF2B5EF4-FFF2-40B4-BE49-F238E27FC236}">
                <a16:creationId xmlns:a16="http://schemas.microsoft.com/office/drawing/2014/main" id="{EDBFA35C-FEE4-3630-8D1C-25AACCB27779}"/>
              </a:ext>
            </a:extLst>
          </p:cNvPr>
          <p:cNvSpPr txBox="1"/>
          <p:nvPr/>
        </p:nvSpPr>
        <p:spPr>
          <a:xfrm>
            <a:off x="339969" y="2209800"/>
            <a:ext cx="8382000" cy="2031325"/>
          </a:xfrm>
          <a:prstGeom prst="rect">
            <a:avLst/>
          </a:prstGeom>
          <a:noFill/>
        </p:spPr>
        <p:txBody>
          <a:bodyPr wrap="square" rtlCol="0">
            <a:spAutoFit/>
          </a:bodyPr>
          <a:lstStyle/>
          <a:p>
            <a:r>
              <a:rPr kumimoji="1" lang="zh-CN" altLang="en-US" dirty="0"/>
              <a:t>由于</a:t>
            </a:r>
            <a:r>
              <a:rPr kumimoji="1" lang="en" altLang="zh-CN" dirty="0"/>
              <a:t>FAST</a:t>
            </a:r>
            <a:r>
              <a:rPr kumimoji="1" lang="zh-CN" altLang="en-US" dirty="0"/>
              <a:t>算法提取出的特征点不具有尺度不变性，这导致图像经过缩放后无法匹配到相应的特征点。为了改进这一点，需要使用图片的尺度金字塔，在不同尺度计算</a:t>
            </a:r>
            <a:r>
              <a:rPr kumimoji="1" lang="en" altLang="zh-CN" dirty="0"/>
              <a:t>FAST</a:t>
            </a:r>
            <a:r>
              <a:rPr kumimoji="1" lang="zh-CN" altLang="en-US" dirty="0"/>
              <a:t>特征点。具体做法为设置一个比例因子</a:t>
            </a:r>
            <a:r>
              <a:rPr kumimoji="1" lang="en" altLang="zh-CN" dirty="0" err="1"/>
              <a:t>scaleFactor</a:t>
            </a:r>
            <a:r>
              <a:rPr kumimoji="1" lang="zh-CN" altLang="en" dirty="0"/>
              <a:t>（</a:t>
            </a:r>
            <a:r>
              <a:rPr kumimoji="1" lang="zh-CN" altLang="en-US" dirty="0"/>
              <a:t>通常取</a:t>
            </a:r>
            <a:r>
              <a:rPr kumimoji="1" lang="en-US" altLang="zh-CN" dirty="0"/>
              <a:t>1.2</a:t>
            </a:r>
            <a:r>
              <a:rPr kumimoji="1" lang="zh-CN" altLang="en-US" dirty="0"/>
              <a:t>）和金字塔的层数</a:t>
            </a:r>
            <a:r>
              <a:rPr kumimoji="1" lang="en" altLang="zh-CN" dirty="0" err="1"/>
              <a:t>nlevels</a:t>
            </a:r>
            <a:r>
              <a:rPr kumimoji="1" lang="zh-CN" altLang="en" dirty="0"/>
              <a:t>（</a:t>
            </a:r>
            <a:r>
              <a:rPr kumimoji="1" lang="zh-CN" altLang="en-US" dirty="0"/>
              <a:t>通常取</a:t>
            </a:r>
            <a:r>
              <a:rPr kumimoji="1" lang="en-US" altLang="zh-CN" dirty="0"/>
              <a:t>8</a:t>
            </a:r>
            <a:r>
              <a:rPr kumimoji="1" lang="zh-CN" altLang="en-US" dirty="0"/>
              <a:t>）。将原图像按比例因子缩小成</a:t>
            </a:r>
            <a:r>
              <a:rPr kumimoji="1" lang="en" altLang="zh-CN" dirty="0" err="1"/>
              <a:t>nlevels</a:t>
            </a:r>
            <a:r>
              <a:rPr kumimoji="1" lang="zh-CN" altLang="en-US" dirty="0"/>
              <a:t>幅图像。缩放后的图像为：</a:t>
            </a:r>
            <a:r>
              <a:rPr kumimoji="1" lang="en" altLang="zh-CN" dirty="0"/>
              <a:t>I’= I/</a:t>
            </a:r>
            <a:r>
              <a:rPr kumimoji="1" lang="en" altLang="zh-CN" dirty="0" err="1"/>
              <a:t>scaleFactork</a:t>
            </a:r>
            <a:r>
              <a:rPr kumimoji="1" lang="en" altLang="zh-CN" dirty="0"/>
              <a:t>(k=1,2,…, </a:t>
            </a:r>
            <a:r>
              <a:rPr kumimoji="1" lang="en" altLang="zh-CN" dirty="0" err="1"/>
              <a:t>nlevels</a:t>
            </a:r>
            <a:r>
              <a:rPr kumimoji="1" lang="en" altLang="zh-CN" dirty="0"/>
              <a:t>)</a:t>
            </a:r>
            <a:r>
              <a:rPr kumimoji="1" lang="zh-CN" altLang="en" dirty="0"/>
              <a:t>。</a:t>
            </a:r>
            <a:r>
              <a:rPr kumimoji="1" lang="en" altLang="zh-CN" dirty="0" err="1"/>
              <a:t>nlevels</a:t>
            </a:r>
            <a:r>
              <a:rPr kumimoji="1" lang="zh-CN" altLang="en-US" dirty="0"/>
              <a:t>幅不同比例的图像提取特征点总和作为这幅图像的</a:t>
            </a:r>
            <a:r>
              <a:rPr kumimoji="1" lang="en" altLang="zh-CN" dirty="0" err="1"/>
              <a:t>oFAST</a:t>
            </a:r>
            <a:r>
              <a:rPr kumimoji="1" lang="zh-CN" altLang="en-US" dirty="0"/>
              <a:t>特征点。</a:t>
            </a:r>
          </a:p>
          <a:p>
            <a:endParaRPr kumimoji="1" lang="zh-CN" altLang="en-US" dirty="0"/>
          </a:p>
        </p:txBody>
      </p:sp>
    </p:spTree>
    <p:extLst>
      <p:ext uri="{BB962C8B-B14F-4D97-AF65-F5344CB8AC3E}">
        <p14:creationId xmlns:p14="http://schemas.microsoft.com/office/powerpoint/2010/main" val="2089023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iterate type="lt">
                                    <p:tmPct val="10000"/>
                                  </p:iterate>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par>
                          <p:cTn id="10" fill="hold">
                            <p:stCondLst>
                              <p:cond delay="700"/>
                            </p:stCondLst>
                            <p:childTnLst>
                              <p:par>
                                <p:cTn id="11" presetID="14" presetClass="entr" presetSubtype="1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randombar(horizontal)">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0">
            <a:extLst>
              <a:ext uri="{FF2B5EF4-FFF2-40B4-BE49-F238E27FC236}">
                <a16:creationId xmlns:a16="http://schemas.microsoft.com/office/drawing/2014/main" id="{ABBDD60B-F9EC-3043-B809-6B7ABF263E3D}"/>
              </a:ext>
            </a:extLst>
          </p:cNvPr>
          <p:cNvSpPr>
            <a:spLocks noChangeArrowheads="1"/>
          </p:cNvSpPr>
          <p:nvPr/>
        </p:nvSpPr>
        <p:spPr bwMode="auto">
          <a:xfrm>
            <a:off x="228600" y="990600"/>
            <a:ext cx="457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12813">
              <a:lnSpc>
                <a:spcPct val="90000"/>
              </a:lnSpc>
              <a:spcBef>
                <a:spcPts val="1000"/>
              </a:spcBef>
              <a:buFont typeface="Arial" panose="020B0604020202020204" pitchFamily="34" charset="0"/>
              <a:buChar char="•"/>
              <a:defRPr sz="2800">
                <a:solidFill>
                  <a:srgbClr val="595959"/>
                </a:solidFill>
                <a:latin typeface="Calibri Light" panose="020F0302020204030204" pitchFamily="34" charset="0"/>
                <a:cs typeface="Roboto Light" pitchFamily="2" charset="0"/>
              </a:defRPr>
            </a:lvl1pPr>
            <a:lvl2pPr marL="742950" indent="-285750" defTabSz="912813">
              <a:lnSpc>
                <a:spcPct val="90000"/>
              </a:lnSpc>
              <a:spcBef>
                <a:spcPts val="500"/>
              </a:spcBef>
              <a:buFont typeface="Arial" panose="020B0604020202020204" pitchFamily="34" charset="0"/>
              <a:buChar char="•"/>
              <a:defRPr sz="2400">
                <a:solidFill>
                  <a:srgbClr val="595959"/>
                </a:solidFill>
                <a:latin typeface="Calibri Light" panose="020F0302020204030204" pitchFamily="34" charset="0"/>
                <a:cs typeface="Roboto Light" pitchFamily="2" charset="0"/>
              </a:defRPr>
            </a:lvl2pPr>
            <a:lvl3pPr marL="11430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3pPr>
            <a:lvl4pPr marL="16002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4pPr>
            <a:lvl5pPr marL="20574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5pPr>
            <a:lvl6pPr marL="25146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6pPr>
            <a:lvl7pPr marL="29718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7pPr>
            <a:lvl8pPr marL="34290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8pPr>
            <a:lvl9pPr marL="38862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9pPr>
          </a:lstStyle>
          <a:p>
            <a:pPr>
              <a:lnSpc>
                <a:spcPct val="100000"/>
              </a:lnSpc>
              <a:spcBef>
                <a:spcPct val="0"/>
              </a:spcBef>
              <a:buNone/>
            </a:pPr>
            <a:r>
              <a:rPr lang="en-US" altLang="zh-CN" sz="2400" b="1" noProof="1">
                <a:solidFill>
                  <a:schemeClr val="accent6"/>
                </a:solidFill>
                <a:latin typeface="Times New Roman"/>
                <a:ea typeface="微软雅黑"/>
                <a:cs typeface="Arial" panose="020B0604020202020204" pitchFamily="34" charset="0"/>
                <a:sym typeface="Times New Roman"/>
              </a:rPr>
              <a:t>ORB</a:t>
            </a:r>
            <a:r>
              <a:rPr lang="zh-CN" altLang="en-US" sz="2400" b="1" noProof="1">
                <a:solidFill>
                  <a:schemeClr val="accent6"/>
                </a:solidFill>
                <a:latin typeface="Times New Roman"/>
                <a:ea typeface="微软雅黑"/>
                <a:cs typeface="Arial" panose="020B0604020202020204" pitchFamily="34" charset="0"/>
                <a:sym typeface="Times New Roman"/>
              </a:rPr>
              <a:t>算法</a:t>
            </a:r>
            <a:endParaRPr lang="en-US" altLang="zh-CN" sz="2400" b="1" noProof="1">
              <a:solidFill>
                <a:schemeClr val="accent6"/>
              </a:solidFill>
              <a:latin typeface="Times New Roman"/>
              <a:ea typeface="微软雅黑"/>
              <a:cs typeface="Arial" panose="020B0604020202020204" pitchFamily="34" charset="0"/>
              <a:sym typeface="Times New Roman"/>
            </a:endParaRPr>
          </a:p>
        </p:txBody>
      </p:sp>
      <p:sp>
        <p:nvSpPr>
          <p:cNvPr id="4" name="TextBox 27">
            <a:extLst>
              <a:ext uri="{FF2B5EF4-FFF2-40B4-BE49-F238E27FC236}">
                <a16:creationId xmlns:a16="http://schemas.microsoft.com/office/drawing/2014/main" id="{2EABCD6A-8CE3-AF36-47DE-6B345153987B}"/>
              </a:ext>
            </a:extLst>
          </p:cNvPr>
          <p:cNvSpPr txBox="1"/>
          <p:nvPr/>
        </p:nvSpPr>
        <p:spPr>
          <a:xfrm>
            <a:off x="369277" y="1452265"/>
            <a:ext cx="8382000" cy="369332"/>
          </a:xfrm>
          <a:prstGeom prst="rect">
            <a:avLst/>
          </a:prstGeom>
          <a:noFill/>
        </p:spPr>
        <p:txBody>
          <a:bodyPr wrap="square" rtlCol="0">
            <a:spAutoFit/>
          </a:bodyPr>
          <a:lstStyle/>
          <a:p>
            <a:r>
              <a:rPr lang="zh-CN" altLang="en-US" b="1" dirty="0">
                <a:solidFill>
                  <a:schemeClr val="accent6"/>
                </a:solidFill>
              </a:rPr>
              <a:t>计算特征描述子</a:t>
            </a:r>
            <a:endParaRPr lang="en-US" altLang="zh-CN" b="1" dirty="0">
              <a:solidFill>
                <a:schemeClr val="accent6"/>
              </a:solidFill>
            </a:endParaRPr>
          </a:p>
        </p:txBody>
      </p:sp>
      <p:sp>
        <p:nvSpPr>
          <p:cNvPr id="7" name="文本框 6">
            <a:extLst>
              <a:ext uri="{FF2B5EF4-FFF2-40B4-BE49-F238E27FC236}">
                <a16:creationId xmlns:a16="http://schemas.microsoft.com/office/drawing/2014/main" id="{150581E8-8D4A-051B-70CB-64ECA8B6CB0B}"/>
              </a:ext>
            </a:extLst>
          </p:cNvPr>
          <p:cNvSpPr txBox="1"/>
          <p:nvPr/>
        </p:nvSpPr>
        <p:spPr>
          <a:xfrm>
            <a:off x="386862" y="1913930"/>
            <a:ext cx="8610600" cy="2031325"/>
          </a:xfrm>
          <a:prstGeom prst="rect">
            <a:avLst/>
          </a:prstGeom>
          <a:noFill/>
        </p:spPr>
        <p:txBody>
          <a:bodyPr wrap="square" rtlCol="0">
            <a:spAutoFit/>
          </a:bodyPr>
          <a:lstStyle/>
          <a:p>
            <a:r>
              <a:rPr kumimoji="1" lang="zh-CN" altLang="en-US" dirty="0"/>
              <a:t>得到特征点后我们需要以某种方式描述这些特征点的属性。这些属性的输出我们称之为该特征点的描述子（</a:t>
            </a:r>
            <a:r>
              <a:rPr kumimoji="1" lang="en" altLang="zh-CN" dirty="0"/>
              <a:t>Feature </a:t>
            </a:r>
            <a:r>
              <a:rPr kumimoji="1" lang="en" altLang="zh-CN" dirty="0" err="1"/>
              <a:t>DescritorS</a:t>
            </a:r>
            <a:r>
              <a:rPr kumimoji="1" lang="zh-CN" altLang="en" dirty="0"/>
              <a:t>）</a:t>
            </a:r>
            <a:r>
              <a:rPr kumimoji="1" lang="en" altLang="zh-CN" dirty="0"/>
              <a:t>.ORB</a:t>
            </a:r>
            <a:r>
              <a:rPr kumimoji="1" lang="zh-CN" altLang="en-US" dirty="0"/>
              <a:t>采用</a:t>
            </a:r>
            <a:r>
              <a:rPr kumimoji="1" lang="en" altLang="zh-CN" dirty="0"/>
              <a:t>BRIEF</a:t>
            </a:r>
            <a:r>
              <a:rPr kumimoji="1" lang="zh-CN" altLang="en-US" dirty="0"/>
              <a:t>算法来计算一个特征点的描述子。</a:t>
            </a:r>
            <a:r>
              <a:rPr kumimoji="1" lang="en" altLang="zh-CN" dirty="0"/>
              <a:t>BRIEF</a:t>
            </a:r>
            <a:r>
              <a:rPr kumimoji="1" lang="zh-CN" altLang="en-US" dirty="0"/>
              <a:t>算法计算出来的是一个二进制串的特征描述符。它是在每一个特征点的邻域内，选择</a:t>
            </a:r>
            <a:r>
              <a:rPr kumimoji="1" lang="en" altLang="zh-CN" dirty="0"/>
              <a:t>n</a:t>
            </a:r>
            <a:r>
              <a:rPr kumimoji="1" lang="zh-CN" altLang="en-US" dirty="0"/>
              <a:t>对像素点</a:t>
            </a:r>
            <a:r>
              <a:rPr kumimoji="1" lang="en" altLang="zh-CN" dirty="0"/>
              <a:t>pi</a:t>
            </a:r>
            <a:r>
              <a:rPr kumimoji="1" lang="zh-CN" altLang="en" dirty="0"/>
              <a:t>、</a:t>
            </a:r>
            <a:r>
              <a:rPr kumimoji="1" lang="en" altLang="zh-CN" dirty="0"/>
              <a:t>qi</a:t>
            </a:r>
            <a:r>
              <a:rPr kumimoji="1" lang="zh-CN" altLang="en" dirty="0"/>
              <a:t>（</a:t>
            </a:r>
            <a:r>
              <a:rPr kumimoji="1" lang="en" altLang="zh-CN" dirty="0" err="1"/>
              <a:t>i</a:t>
            </a:r>
            <a:r>
              <a:rPr kumimoji="1" lang="en" altLang="zh-CN" dirty="0"/>
              <a:t>=1,2,…,n</a:t>
            </a:r>
            <a:r>
              <a:rPr kumimoji="1" lang="zh-CN" altLang="en" dirty="0"/>
              <a:t>）。</a:t>
            </a:r>
            <a:r>
              <a:rPr kumimoji="1" lang="zh-CN" altLang="en-US" dirty="0"/>
              <a:t>然后比较每个点对的灰度值的大小。如果</a:t>
            </a:r>
            <a:r>
              <a:rPr kumimoji="1" lang="en" altLang="zh-CN" dirty="0"/>
              <a:t>I(pi)&gt; I(qi)</a:t>
            </a:r>
            <a:r>
              <a:rPr kumimoji="1" lang="zh-CN" altLang="en" dirty="0"/>
              <a:t>，</a:t>
            </a:r>
            <a:r>
              <a:rPr kumimoji="1" lang="zh-CN" altLang="en-US" dirty="0"/>
              <a:t>则生成二进制串中的</a:t>
            </a:r>
            <a:r>
              <a:rPr kumimoji="1" lang="en-US" altLang="zh-CN" dirty="0"/>
              <a:t>1</a:t>
            </a:r>
            <a:r>
              <a:rPr kumimoji="1" lang="zh-CN" altLang="en-US" dirty="0"/>
              <a:t>，否则为</a:t>
            </a:r>
            <a:r>
              <a:rPr kumimoji="1" lang="en-US" altLang="zh-CN" dirty="0"/>
              <a:t>0</a:t>
            </a:r>
            <a:r>
              <a:rPr kumimoji="1" lang="zh-CN" altLang="en-US" dirty="0"/>
              <a:t>。所有的点对都进行比较，则生成长度为</a:t>
            </a:r>
            <a:r>
              <a:rPr kumimoji="1" lang="en" altLang="zh-CN" dirty="0"/>
              <a:t>n</a:t>
            </a:r>
            <a:r>
              <a:rPr kumimoji="1" lang="zh-CN" altLang="en-US" dirty="0"/>
              <a:t>的二进制串。一般</a:t>
            </a:r>
            <a:r>
              <a:rPr kumimoji="1" lang="en" altLang="zh-CN" dirty="0"/>
              <a:t>n</a:t>
            </a:r>
            <a:r>
              <a:rPr kumimoji="1" lang="zh-CN" altLang="en-US" dirty="0"/>
              <a:t>取</a:t>
            </a:r>
            <a:r>
              <a:rPr kumimoji="1" lang="en-US" altLang="zh-CN" dirty="0"/>
              <a:t>128</a:t>
            </a:r>
            <a:r>
              <a:rPr kumimoji="1" lang="zh-CN" altLang="en-US" dirty="0"/>
              <a:t>、</a:t>
            </a:r>
            <a:r>
              <a:rPr kumimoji="1" lang="en-US" altLang="zh-CN" dirty="0"/>
              <a:t>256</a:t>
            </a:r>
            <a:r>
              <a:rPr kumimoji="1" lang="zh-CN" altLang="en-US" dirty="0"/>
              <a:t>或</a:t>
            </a:r>
            <a:r>
              <a:rPr kumimoji="1" lang="en-US" altLang="zh-CN" dirty="0"/>
              <a:t>512</a:t>
            </a:r>
            <a:r>
              <a:rPr kumimoji="1" lang="zh-CN" altLang="en-US" dirty="0"/>
              <a:t>，通常取</a:t>
            </a:r>
            <a:r>
              <a:rPr kumimoji="1" lang="en-US" altLang="zh-CN" dirty="0"/>
              <a:t>256</a:t>
            </a:r>
            <a:r>
              <a:rPr kumimoji="1" lang="zh-CN" altLang="en-US" dirty="0"/>
              <a:t>。</a:t>
            </a:r>
          </a:p>
          <a:p>
            <a:endParaRPr kumimoji="1" lang="zh-CN" altLang="en-US" dirty="0"/>
          </a:p>
        </p:txBody>
      </p:sp>
      <p:pic>
        <p:nvPicPr>
          <p:cNvPr id="1026" name="Picture 2">
            <a:extLst>
              <a:ext uri="{FF2B5EF4-FFF2-40B4-BE49-F238E27FC236}">
                <a16:creationId xmlns:a16="http://schemas.microsoft.com/office/drawing/2014/main" id="{BC5392A9-28D5-BFF4-3585-5A9CFB1471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3733800"/>
            <a:ext cx="3136900" cy="2781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7202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700"/>
                            </p:stCondLst>
                            <p:childTnLst>
                              <p:par>
                                <p:cTn id="11" presetID="14" presetClass="entr" presetSubtype="1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randombar(horizontal)">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0">
            <a:extLst>
              <a:ext uri="{FF2B5EF4-FFF2-40B4-BE49-F238E27FC236}">
                <a16:creationId xmlns:a16="http://schemas.microsoft.com/office/drawing/2014/main" id="{52A77091-ACBD-13CC-0D42-49A6A4626B9E}"/>
              </a:ext>
            </a:extLst>
          </p:cNvPr>
          <p:cNvSpPr>
            <a:spLocks noChangeArrowheads="1"/>
          </p:cNvSpPr>
          <p:nvPr/>
        </p:nvSpPr>
        <p:spPr bwMode="auto">
          <a:xfrm>
            <a:off x="228600" y="990600"/>
            <a:ext cx="457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12813">
              <a:lnSpc>
                <a:spcPct val="90000"/>
              </a:lnSpc>
              <a:spcBef>
                <a:spcPts val="1000"/>
              </a:spcBef>
              <a:buFont typeface="Arial" panose="020B0604020202020204" pitchFamily="34" charset="0"/>
              <a:buChar char="•"/>
              <a:defRPr sz="2800">
                <a:solidFill>
                  <a:srgbClr val="595959"/>
                </a:solidFill>
                <a:latin typeface="Calibri Light" panose="020F0302020204030204" pitchFamily="34" charset="0"/>
                <a:cs typeface="Roboto Light" pitchFamily="2" charset="0"/>
              </a:defRPr>
            </a:lvl1pPr>
            <a:lvl2pPr marL="742950" indent="-285750" defTabSz="912813">
              <a:lnSpc>
                <a:spcPct val="90000"/>
              </a:lnSpc>
              <a:spcBef>
                <a:spcPts val="500"/>
              </a:spcBef>
              <a:buFont typeface="Arial" panose="020B0604020202020204" pitchFamily="34" charset="0"/>
              <a:buChar char="•"/>
              <a:defRPr sz="2400">
                <a:solidFill>
                  <a:srgbClr val="595959"/>
                </a:solidFill>
                <a:latin typeface="Calibri Light" panose="020F0302020204030204" pitchFamily="34" charset="0"/>
                <a:cs typeface="Roboto Light" pitchFamily="2" charset="0"/>
              </a:defRPr>
            </a:lvl2pPr>
            <a:lvl3pPr marL="11430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3pPr>
            <a:lvl4pPr marL="16002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4pPr>
            <a:lvl5pPr marL="20574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5pPr>
            <a:lvl6pPr marL="25146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6pPr>
            <a:lvl7pPr marL="29718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7pPr>
            <a:lvl8pPr marL="34290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8pPr>
            <a:lvl9pPr marL="38862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9pPr>
          </a:lstStyle>
          <a:p>
            <a:pPr>
              <a:lnSpc>
                <a:spcPct val="100000"/>
              </a:lnSpc>
              <a:spcBef>
                <a:spcPct val="0"/>
              </a:spcBef>
              <a:buNone/>
            </a:pPr>
            <a:r>
              <a:rPr lang="en-US" altLang="zh-CN" sz="2400" b="1" noProof="1">
                <a:solidFill>
                  <a:schemeClr val="accent6"/>
                </a:solidFill>
                <a:latin typeface="Times New Roman"/>
                <a:ea typeface="微软雅黑"/>
                <a:cs typeface="Arial" panose="020B0604020202020204" pitchFamily="34" charset="0"/>
                <a:sym typeface="Times New Roman"/>
              </a:rPr>
              <a:t>ORB</a:t>
            </a:r>
            <a:r>
              <a:rPr lang="zh-CN" altLang="en-US" sz="2400" b="1" noProof="1">
                <a:solidFill>
                  <a:schemeClr val="accent6"/>
                </a:solidFill>
                <a:latin typeface="Times New Roman"/>
                <a:ea typeface="微软雅黑"/>
                <a:cs typeface="Arial" panose="020B0604020202020204" pitchFamily="34" charset="0"/>
                <a:sym typeface="Times New Roman"/>
              </a:rPr>
              <a:t>算法</a:t>
            </a:r>
            <a:endParaRPr lang="en-US" altLang="zh-CN" sz="2400" b="1" noProof="1">
              <a:solidFill>
                <a:schemeClr val="accent6"/>
              </a:solidFill>
              <a:latin typeface="Times New Roman"/>
              <a:ea typeface="微软雅黑"/>
              <a:cs typeface="Arial" panose="020B0604020202020204" pitchFamily="34" charset="0"/>
              <a:sym typeface="Times New Roman"/>
            </a:endParaRPr>
          </a:p>
        </p:txBody>
      </p:sp>
      <p:sp>
        <p:nvSpPr>
          <p:cNvPr id="9" name="TextBox 27">
            <a:extLst>
              <a:ext uri="{FF2B5EF4-FFF2-40B4-BE49-F238E27FC236}">
                <a16:creationId xmlns:a16="http://schemas.microsoft.com/office/drawing/2014/main" id="{D48A030C-BDEE-93CA-0A3F-ADF26FEE338C}"/>
              </a:ext>
            </a:extLst>
          </p:cNvPr>
          <p:cNvSpPr txBox="1"/>
          <p:nvPr/>
        </p:nvSpPr>
        <p:spPr>
          <a:xfrm>
            <a:off x="369277" y="1452265"/>
            <a:ext cx="8382000" cy="369332"/>
          </a:xfrm>
          <a:prstGeom prst="rect">
            <a:avLst/>
          </a:prstGeom>
          <a:noFill/>
        </p:spPr>
        <p:txBody>
          <a:bodyPr wrap="square" rtlCol="0">
            <a:spAutoFit/>
          </a:bodyPr>
          <a:lstStyle/>
          <a:p>
            <a:r>
              <a:rPr lang="en-US" altLang="zh-CN" b="1" dirty="0">
                <a:solidFill>
                  <a:schemeClr val="accent6"/>
                </a:solidFill>
              </a:rPr>
              <a:t>BRIEF</a:t>
            </a:r>
            <a:r>
              <a:rPr lang="zh-CN" altLang="en-US" b="1" dirty="0">
                <a:solidFill>
                  <a:schemeClr val="accent6"/>
                </a:solidFill>
              </a:rPr>
              <a:t>算法的改进</a:t>
            </a:r>
            <a:endParaRPr lang="en-US" altLang="zh-CN" b="1" dirty="0">
              <a:solidFill>
                <a:schemeClr val="accent6"/>
              </a:solidFill>
            </a:endParaRPr>
          </a:p>
        </p:txBody>
      </p:sp>
      <p:sp>
        <p:nvSpPr>
          <p:cNvPr id="10" name="文本框 9">
            <a:extLst>
              <a:ext uri="{FF2B5EF4-FFF2-40B4-BE49-F238E27FC236}">
                <a16:creationId xmlns:a16="http://schemas.microsoft.com/office/drawing/2014/main" id="{15A69BF6-3387-85BB-D782-A7B8D235D25E}"/>
              </a:ext>
            </a:extLst>
          </p:cNvPr>
          <p:cNvSpPr txBox="1"/>
          <p:nvPr/>
        </p:nvSpPr>
        <p:spPr>
          <a:xfrm>
            <a:off x="533400" y="2266414"/>
            <a:ext cx="8381999" cy="3139321"/>
          </a:xfrm>
          <a:prstGeom prst="rect">
            <a:avLst/>
          </a:prstGeom>
          <a:noFill/>
        </p:spPr>
        <p:txBody>
          <a:bodyPr wrap="square" rtlCol="0">
            <a:spAutoFit/>
          </a:bodyPr>
          <a:lstStyle/>
          <a:p>
            <a:r>
              <a:rPr kumimoji="1" lang="en" altLang="zh-CN" dirty="0"/>
              <a:t>BRIEF</a:t>
            </a:r>
            <a:r>
              <a:rPr kumimoji="1" lang="zh-CN" altLang="en-US" dirty="0"/>
              <a:t>描述子不具备旋转不变性，理想的特征点描述子应该具备旋转不变性，使得图像在经过一定的旋转后仍然能够识别匹配其中的特征点。</a:t>
            </a:r>
            <a:r>
              <a:rPr kumimoji="1" lang="en" altLang="zh-CN" dirty="0"/>
              <a:t>BRIEF</a:t>
            </a:r>
            <a:r>
              <a:rPr kumimoji="1" lang="zh-CN" altLang="en-US" dirty="0"/>
              <a:t>描述子选取点对的时候，是以当前特征点为原点，以水平方向为</a:t>
            </a:r>
            <a:r>
              <a:rPr kumimoji="1" lang="en" altLang="zh-CN" dirty="0"/>
              <a:t>X</a:t>
            </a:r>
            <a:r>
              <a:rPr kumimoji="1" lang="zh-CN" altLang="en-US" dirty="0"/>
              <a:t>轴，以垂直方向为</a:t>
            </a:r>
            <a:r>
              <a:rPr kumimoji="1" lang="en" altLang="zh-CN" dirty="0"/>
              <a:t>Y</a:t>
            </a:r>
            <a:r>
              <a:rPr kumimoji="1" lang="zh-CN" altLang="en-US" dirty="0"/>
              <a:t>轴建立坐标系。当图片发生旋转时，坐标系不变，同样的取点模式取出来的点却不一样，计算得到的描述子也不一样，这是不符合我们要求的。</a:t>
            </a:r>
            <a:r>
              <a:rPr kumimoji="1" lang="en" altLang="zh-CN" dirty="0"/>
              <a:t>ORB</a:t>
            </a:r>
            <a:r>
              <a:rPr kumimoji="1" lang="zh-CN" altLang="en-US" dirty="0"/>
              <a:t>在计算</a:t>
            </a:r>
            <a:r>
              <a:rPr kumimoji="1" lang="en" altLang="zh-CN" dirty="0"/>
              <a:t>BRIEF</a:t>
            </a:r>
            <a:r>
              <a:rPr kumimoji="1" lang="zh-CN" altLang="en-US" dirty="0"/>
              <a:t>描述子时建立的坐标系是以特征点为圆心，以特征点和取点区域的形心的连线为</a:t>
            </a:r>
            <a:r>
              <a:rPr kumimoji="1" lang="en" altLang="zh-CN" dirty="0"/>
              <a:t>X</a:t>
            </a:r>
            <a:r>
              <a:rPr kumimoji="1" lang="zh-CN" altLang="en-US" dirty="0"/>
              <a:t>轴建立</a:t>
            </a:r>
            <a:r>
              <a:rPr kumimoji="1" lang="en-US" altLang="zh-CN" dirty="0"/>
              <a:t>2</a:t>
            </a:r>
            <a:r>
              <a:rPr kumimoji="1" lang="zh-CN" altLang="en-US" dirty="0"/>
              <a:t>维坐标系。这样一来，无论图像如何旋转，</a:t>
            </a:r>
            <a:r>
              <a:rPr kumimoji="1" lang="en" altLang="zh-CN" dirty="0"/>
              <a:t>ORB</a:t>
            </a:r>
            <a:r>
              <a:rPr kumimoji="1" lang="zh-CN" altLang="en-US" dirty="0"/>
              <a:t>选取点对的坐标系是固定的。在不同的旋转角度下，我们以同一取点模式取出来的点是一致的。这就解决了旋转一致性的问题。</a:t>
            </a:r>
          </a:p>
          <a:p>
            <a:endParaRPr kumimoji="1" lang="zh-CN" altLang="en-US" dirty="0"/>
          </a:p>
          <a:p>
            <a:endParaRPr kumimoji="1" lang="zh-CN" altLang="en-US" dirty="0"/>
          </a:p>
        </p:txBody>
      </p:sp>
    </p:spTree>
    <p:extLst>
      <p:ext uri="{BB962C8B-B14F-4D97-AF65-F5344CB8AC3E}">
        <p14:creationId xmlns:p14="http://schemas.microsoft.com/office/powerpoint/2010/main" val="1627206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700"/>
                            </p:stCondLst>
                            <p:childTnLst>
                              <p:par>
                                <p:cTn id="11" presetID="14" presetClass="entr" presetSubtype="1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randombar(horizontal)">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0">
            <a:extLst>
              <a:ext uri="{FF2B5EF4-FFF2-40B4-BE49-F238E27FC236}">
                <a16:creationId xmlns:a16="http://schemas.microsoft.com/office/drawing/2014/main" id="{144C8510-D72C-7B0C-ADE4-B64193280042}"/>
              </a:ext>
            </a:extLst>
          </p:cNvPr>
          <p:cNvSpPr>
            <a:spLocks noChangeArrowheads="1"/>
          </p:cNvSpPr>
          <p:nvPr/>
        </p:nvSpPr>
        <p:spPr bwMode="auto">
          <a:xfrm>
            <a:off x="152400" y="762000"/>
            <a:ext cx="533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12813">
              <a:lnSpc>
                <a:spcPct val="90000"/>
              </a:lnSpc>
              <a:spcBef>
                <a:spcPts val="1000"/>
              </a:spcBef>
              <a:buFont typeface="Arial" panose="020B0604020202020204" pitchFamily="34" charset="0"/>
              <a:buChar char="•"/>
              <a:defRPr sz="2800">
                <a:solidFill>
                  <a:srgbClr val="595959"/>
                </a:solidFill>
                <a:latin typeface="Calibri Light" panose="020F0302020204030204" pitchFamily="34" charset="0"/>
                <a:cs typeface="Roboto Light" pitchFamily="2" charset="0"/>
              </a:defRPr>
            </a:lvl1pPr>
            <a:lvl2pPr marL="742950" indent="-285750" defTabSz="912813">
              <a:lnSpc>
                <a:spcPct val="90000"/>
              </a:lnSpc>
              <a:spcBef>
                <a:spcPts val="500"/>
              </a:spcBef>
              <a:buFont typeface="Arial" panose="020B0604020202020204" pitchFamily="34" charset="0"/>
              <a:buChar char="•"/>
              <a:defRPr sz="2400">
                <a:solidFill>
                  <a:srgbClr val="595959"/>
                </a:solidFill>
                <a:latin typeface="Calibri Light" panose="020F0302020204030204" pitchFamily="34" charset="0"/>
                <a:cs typeface="Roboto Light" pitchFamily="2" charset="0"/>
              </a:defRPr>
            </a:lvl2pPr>
            <a:lvl3pPr marL="11430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3pPr>
            <a:lvl4pPr marL="16002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4pPr>
            <a:lvl5pPr marL="20574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5pPr>
            <a:lvl6pPr marL="25146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6pPr>
            <a:lvl7pPr marL="29718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7pPr>
            <a:lvl8pPr marL="34290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8pPr>
            <a:lvl9pPr marL="38862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9pPr>
          </a:lstStyle>
          <a:p>
            <a:pPr>
              <a:lnSpc>
                <a:spcPct val="100000"/>
              </a:lnSpc>
              <a:spcBef>
                <a:spcPct val="0"/>
              </a:spcBef>
              <a:buNone/>
            </a:pPr>
            <a:r>
              <a:rPr lang="en-US" altLang="zh-CN" sz="2400" b="1" noProof="1">
                <a:solidFill>
                  <a:schemeClr val="accent6"/>
                </a:solidFill>
                <a:latin typeface="Times New Roman"/>
                <a:ea typeface="微软雅黑"/>
                <a:cs typeface="Arial" panose="020B0604020202020204" pitchFamily="34" charset="0"/>
                <a:sym typeface="Times New Roman"/>
              </a:rPr>
              <a:t>ORB,SIFT,SURF</a:t>
            </a:r>
            <a:r>
              <a:rPr lang="zh-CN" altLang="en-US" sz="2400" b="1" noProof="1">
                <a:solidFill>
                  <a:schemeClr val="accent6"/>
                </a:solidFill>
                <a:latin typeface="Times New Roman"/>
                <a:ea typeface="微软雅黑"/>
                <a:cs typeface="Arial" panose="020B0604020202020204" pitchFamily="34" charset="0"/>
                <a:sym typeface="Times New Roman"/>
              </a:rPr>
              <a:t>三种检测算法的比较</a:t>
            </a:r>
            <a:endParaRPr lang="en-US" altLang="zh-CN" sz="2400" b="1" noProof="1">
              <a:solidFill>
                <a:schemeClr val="accent6"/>
              </a:solidFill>
              <a:latin typeface="Times New Roman"/>
              <a:ea typeface="微软雅黑"/>
              <a:cs typeface="Arial" panose="020B0604020202020204" pitchFamily="34" charset="0"/>
              <a:sym typeface="Times New Roman"/>
            </a:endParaRPr>
          </a:p>
        </p:txBody>
      </p:sp>
      <p:sp>
        <p:nvSpPr>
          <p:cNvPr id="2" name="文本框 1">
            <a:extLst>
              <a:ext uri="{FF2B5EF4-FFF2-40B4-BE49-F238E27FC236}">
                <a16:creationId xmlns:a16="http://schemas.microsoft.com/office/drawing/2014/main" id="{6F211716-F807-99D4-0DD2-FE68D6B58F52}"/>
              </a:ext>
            </a:extLst>
          </p:cNvPr>
          <p:cNvSpPr txBox="1"/>
          <p:nvPr/>
        </p:nvSpPr>
        <p:spPr>
          <a:xfrm>
            <a:off x="876300" y="1981200"/>
            <a:ext cx="7391400" cy="2308324"/>
          </a:xfrm>
          <a:prstGeom prst="rect">
            <a:avLst/>
          </a:prstGeom>
          <a:noFill/>
        </p:spPr>
        <p:txBody>
          <a:bodyPr wrap="square" rtlCol="0">
            <a:spAutoFit/>
          </a:bodyPr>
          <a:lstStyle/>
          <a:p>
            <a:r>
              <a:rPr kumimoji="1" lang="zh-CN" altLang="en-US" dirty="0"/>
              <a:t>计算速度：            </a:t>
            </a:r>
            <a:r>
              <a:rPr kumimoji="1" lang="en" altLang="zh-CN" dirty="0"/>
              <a:t>ORB&gt;&gt;SURF&gt;&gt;SIFT</a:t>
            </a:r>
            <a:r>
              <a:rPr kumimoji="1" lang="zh-CN" altLang="en" dirty="0"/>
              <a:t>（</a:t>
            </a:r>
            <a:r>
              <a:rPr kumimoji="1" lang="zh-CN" altLang="en-US" dirty="0"/>
              <a:t>各差一个量级）</a:t>
            </a:r>
          </a:p>
          <a:p>
            <a:endParaRPr kumimoji="1" lang="en-US" altLang="zh-CN" dirty="0"/>
          </a:p>
          <a:p>
            <a:r>
              <a:rPr kumimoji="1" lang="zh-CN" altLang="en-US" dirty="0"/>
              <a:t>旋转鲁棒性：        </a:t>
            </a:r>
            <a:r>
              <a:rPr kumimoji="1" lang="en" altLang="zh-CN" dirty="0"/>
              <a:t>SURF&gt;ORB~SIFT</a:t>
            </a:r>
            <a:r>
              <a:rPr kumimoji="1" lang="zh-CN" altLang="en" dirty="0"/>
              <a:t>（</a:t>
            </a:r>
            <a:r>
              <a:rPr kumimoji="1" lang="zh-CN" altLang="en-US" dirty="0"/>
              <a:t>表示差不多）</a:t>
            </a:r>
          </a:p>
          <a:p>
            <a:endParaRPr kumimoji="1" lang="en-US" altLang="zh-CN" dirty="0"/>
          </a:p>
          <a:p>
            <a:r>
              <a:rPr kumimoji="1" lang="zh-CN" altLang="en-US" dirty="0"/>
              <a:t>模糊鲁棒性：        </a:t>
            </a:r>
            <a:r>
              <a:rPr kumimoji="1" lang="en" altLang="zh-CN" dirty="0"/>
              <a:t>SURF&gt;ORB~SIFT</a:t>
            </a:r>
          </a:p>
          <a:p>
            <a:endParaRPr kumimoji="1" lang="en" altLang="zh-CN" dirty="0"/>
          </a:p>
          <a:p>
            <a:r>
              <a:rPr kumimoji="1" lang="zh-CN" altLang="en-US" dirty="0"/>
              <a:t>尺度变换鲁棒性： </a:t>
            </a:r>
            <a:r>
              <a:rPr kumimoji="1" lang="en" altLang="zh-CN" dirty="0"/>
              <a:t>SURF&gt;SIFT&gt;ORB</a:t>
            </a:r>
            <a:r>
              <a:rPr kumimoji="1" lang="zh-CN" altLang="en" dirty="0"/>
              <a:t>（</a:t>
            </a:r>
            <a:r>
              <a:rPr kumimoji="1" lang="en" altLang="zh-CN" dirty="0"/>
              <a:t>ORB</a:t>
            </a:r>
            <a:r>
              <a:rPr kumimoji="1" lang="zh-CN" altLang="en-US" dirty="0"/>
              <a:t>并不具备尺度变换性）</a:t>
            </a:r>
          </a:p>
          <a:p>
            <a:endParaRPr kumimoji="1" lang="zh-CN" altLang="en-US" dirty="0"/>
          </a:p>
        </p:txBody>
      </p:sp>
    </p:spTree>
    <p:extLst>
      <p:ext uri="{BB962C8B-B14F-4D97-AF65-F5344CB8AC3E}">
        <p14:creationId xmlns:p14="http://schemas.microsoft.com/office/powerpoint/2010/main" val="1523913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iterate type="lt">
                                    <p:tmPct val="10000"/>
                                  </p:iterate>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0">
            <a:extLst>
              <a:ext uri="{FF2B5EF4-FFF2-40B4-BE49-F238E27FC236}">
                <a16:creationId xmlns:a16="http://schemas.microsoft.com/office/drawing/2014/main" id="{144C8510-D72C-7B0C-ADE4-B64193280042}"/>
              </a:ext>
            </a:extLst>
          </p:cNvPr>
          <p:cNvSpPr>
            <a:spLocks noChangeArrowheads="1"/>
          </p:cNvSpPr>
          <p:nvPr/>
        </p:nvSpPr>
        <p:spPr bwMode="auto">
          <a:xfrm>
            <a:off x="228600" y="914400"/>
            <a:ext cx="457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912813">
              <a:lnSpc>
                <a:spcPct val="90000"/>
              </a:lnSpc>
              <a:spcBef>
                <a:spcPts val="1000"/>
              </a:spcBef>
              <a:buFont typeface="Arial" panose="020B0604020202020204" pitchFamily="34" charset="0"/>
              <a:buChar char="•"/>
              <a:defRPr sz="2800">
                <a:solidFill>
                  <a:srgbClr val="595959"/>
                </a:solidFill>
                <a:latin typeface="Calibri Light" panose="020F0302020204030204" pitchFamily="34" charset="0"/>
                <a:cs typeface="Roboto Light" pitchFamily="2" charset="0"/>
              </a:defRPr>
            </a:lvl1pPr>
            <a:lvl2pPr marL="742950" indent="-285750" defTabSz="912813">
              <a:lnSpc>
                <a:spcPct val="90000"/>
              </a:lnSpc>
              <a:spcBef>
                <a:spcPts val="500"/>
              </a:spcBef>
              <a:buFont typeface="Arial" panose="020B0604020202020204" pitchFamily="34" charset="0"/>
              <a:buChar char="•"/>
              <a:defRPr sz="2400">
                <a:solidFill>
                  <a:srgbClr val="595959"/>
                </a:solidFill>
                <a:latin typeface="Calibri Light" panose="020F0302020204030204" pitchFamily="34" charset="0"/>
                <a:cs typeface="Roboto Light" pitchFamily="2" charset="0"/>
              </a:defRPr>
            </a:lvl2pPr>
            <a:lvl3pPr marL="11430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3pPr>
            <a:lvl4pPr marL="16002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4pPr>
            <a:lvl5pPr marL="2057400" indent="-228600" defTabSz="912813">
              <a:lnSpc>
                <a:spcPct val="90000"/>
              </a:lnSpc>
              <a:spcBef>
                <a:spcPts val="500"/>
              </a:spcBef>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5pPr>
            <a:lvl6pPr marL="25146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6pPr>
            <a:lvl7pPr marL="29718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7pPr>
            <a:lvl8pPr marL="34290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8pPr>
            <a:lvl9pPr marL="3886200" indent="-228600" defTabSz="912813" eaLnBrk="0" fontAlgn="base" hangingPunct="0">
              <a:lnSpc>
                <a:spcPct val="90000"/>
              </a:lnSpc>
              <a:spcBef>
                <a:spcPts val="500"/>
              </a:spcBef>
              <a:spcAft>
                <a:spcPct val="0"/>
              </a:spcAft>
              <a:buFont typeface="Arial" panose="020B0604020202020204" pitchFamily="34" charset="0"/>
              <a:buChar char="•"/>
              <a:defRPr sz="2000">
                <a:solidFill>
                  <a:srgbClr val="595959"/>
                </a:solidFill>
                <a:latin typeface="Calibri Light" panose="020F0302020204030204" pitchFamily="34" charset="0"/>
                <a:cs typeface="Roboto Light" pitchFamily="2" charset="0"/>
              </a:defRPr>
            </a:lvl9pPr>
          </a:lstStyle>
          <a:p>
            <a:pPr>
              <a:lnSpc>
                <a:spcPct val="100000"/>
              </a:lnSpc>
              <a:spcBef>
                <a:spcPct val="0"/>
              </a:spcBef>
              <a:buNone/>
            </a:pPr>
            <a:r>
              <a:rPr lang="zh-CN" altLang="en-US" sz="2400" b="1" noProof="1">
                <a:solidFill>
                  <a:schemeClr val="accent6"/>
                </a:solidFill>
                <a:latin typeface="Times New Roman"/>
                <a:ea typeface="微软雅黑"/>
                <a:cs typeface="Arial" panose="020B0604020202020204" pitchFamily="34" charset="0"/>
                <a:sym typeface="Times New Roman"/>
              </a:rPr>
              <a:t>比较结论</a:t>
            </a:r>
            <a:endParaRPr lang="en-US" altLang="zh-CN" sz="2400" b="1" noProof="1">
              <a:solidFill>
                <a:schemeClr val="accent6"/>
              </a:solidFill>
              <a:latin typeface="Times New Roman"/>
              <a:ea typeface="微软雅黑"/>
              <a:cs typeface="Arial" panose="020B0604020202020204" pitchFamily="34" charset="0"/>
              <a:sym typeface="Times New Roman"/>
            </a:endParaRPr>
          </a:p>
        </p:txBody>
      </p:sp>
      <p:sp>
        <p:nvSpPr>
          <p:cNvPr id="3" name="文本框 2">
            <a:extLst>
              <a:ext uri="{FF2B5EF4-FFF2-40B4-BE49-F238E27FC236}">
                <a16:creationId xmlns:a16="http://schemas.microsoft.com/office/drawing/2014/main" id="{6B008ED7-28A6-1CAC-6C9A-3A7E37B1E6BF}"/>
              </a:ext>
            </a:extLst>
          </p:cNvPr>
          <p:cNvSpPr txBox="1"/>
          <p:nvPr/>
        </p:nvSpPr>
        <p:spPr>
          <a:xfrm>
            <a:off x="1295400" y="2667000"/>
            <a:ext cx="6248400" cy="923330"/>
          </a:xfrm>
          <a:prstGeom prst="rect">
            <a:avLst/>
          </a:prstGeom>
          <a:noFill/>
        </p:spPr>
        <p:txBody>
          <a:bodyPr wrap="square" rtlCol="0">
            <a:spAutoFit/>
          </a:bodyPr>
          <a:lstStyle/>
          <a:p>
            <a:r>
              <a:rPr lang="zh-CN" altLang="en-US" b="0" i="0" u="none" strike="noStrike" dirty="0">
                <a:solidFill>
                  <a:srgbClr val="4D4D4D"/>
                </a:solidFill>
                <a:effectLst/>
                <a:latin typeface="-apple-system"/>
              </a:rPr>
              <a:t>如果对计算实时性要求非常高，可选用</a:t>
            </a:r>
            <a:r>
              <a:rPr lang="en" altLang="zh-CN" b="0" i="0" u="none" strike="noStrike" dirty="0">
                <a:solidFill>
                  <a:srgbClr val="4D4D4D"/>
                </a:solidFill>
                <a:effectLst/>
                <a:latin typeface="-apple-system"/>
              </a:rPr>
              <a:t>ORB</a:t>
            </a:r>
            <a:r>
              <a:rPr lang="zh-CN" altLang="en-US" b="0" i="0" u="none" strike="noStrike" dirty="0">
                <a:solidFill>
                  <a:srgbClr val="4D4D4D"/>
                </a:solidFill>
                <a:effectLst/>
                <a:latin typeface="-apple-system"/>
              </a:rPr>
              <a:t>算法，但基本要保证正对拍摄；如果对实行性要求稍高，可以选择</a:t>
            </a:r>
            <a:r>
              <a:rPr lang="en" altLang="zh-CN" b="0" i="0" u="none" strike="noStrike" dirty="0">
                <a:solidFill>
                  <a:srgbClr val="4D4D4D"/>
                </a:solidFill>
                <a:effectLst/>
                <a:latin typeface="-apple-system"/>
              </a:rPr>
              <a:t>SURF</a:t>
            </a:r>
            <a:r>
              <a:rPr lang="zh-CN" altLang="en" b="0" i="0" u="none" strike="noStrike" dirty="0">
                <a:solidFill>
                  <a:srgbClr val="4D4D4D"/>
                </a:solidFill>
                <a:effectLst/>
                <a:latin typeface="-apple-system"/>
              </a:rPr>
              <a:t>；</a:t>
            </a:r>
            <a:r>
              <a:rPr lang="zh-CN" altLang="en-US" b="0" i="0" u="none" strike="noStrike" dirty="0">
                <a:solidFill>
                  <a:srgbClr val="4D4D4D"/>
                </a:solidFill>
                <a:effectLst/>
                <a:latin typeface="-apple-system"/>
              </a:rPr>
              <a:t>基本不用</a:t>
            </a:r>
            <a:r>
              <a:rPr lang="en" altLang="zh-CN" b="0" i="0" u="none" strike="noStrike" dirty="0">
                <a:solidFill>
                  <a:srgbClr val="4D4D4D"/>
                </a:solidFill>
                <a:effectLst/>
                <a:latin typeface="-apple-system"/>
              </a:rPr>
              <a:t>SIFT</a:t>
            </a:r>
            <a:r>
              <a:rPr lang="zh-CN" altLang="en" b="0" i="0" u="none" strike="noStrike" dirty="0">
                <a:solidFill>
                  <a:srgbClr val="4D4D4D"/>
                </a:solidFill>
                <a:effectLst/>
                <a:latin typeface="-apple-system"/>
              </a:rPr>
              <a:t>。</a:t>
            </a:r>
            <a:endParaRPr kumimoji="1" lang="zh-CN" altLang="en-US" dirty="0"/>
          </a:p>
        </p:txBody>
      </p:sp>
    </p:spTree>
    <p:extLst>
      <p:ext uri="{BB962C8B-B14F-4D97-AF65-F5344CB8AC3E}">
        <p14:creationId xmlns:p14="http://schemas.microsoft.com/office/powerpoint/2010/main" val="2896988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iterate type="lt">
                                    <p:tmPct val="10000"/>
                                  </p:iterate>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44">
            <a:extLst>
              <a:ext uri="{FF2B5EF4-FFF2-40B4-BE49-F238E27FC236}">
                <a16:creationId xmlns:a16="http://schemas.microsoft.com/office/drawing/2014/main" id="{454DDD52-7157-1A23-C9BB-1C35B5320B05}"/>
              </a:ext>
            </a:extLst>
          </p:cNvPr>
          <p:cNvSpPr/>
          <p:nvPr/>
        </p:nvSpPr>
        <p:spPr>
          <a:xfrm>
            <a:off x="125591" y="2793464"/>
            <a:ext cx="8892819" cy="923330"/>
          </a:xfrm>
          <a:prstGeom prst="rect">
            <a:avLst/>
          </a:prstGeom>
        </p:spPr>
        <p:txBody>
          <a:bodyPr wrap="none" anchor="ctr">
            <a:spAutoFit/>
          </a:bodyPr>
          <a:lstStyle/>
          <a:p>
            <a:pPr algn="ctr" defTabSz="171416"/>
            <a:r>
              <a:rPr lang="en-US" sz="5400" b="1" kern="2100" dirty="0">
                <a:solidFill>
                  <a:schemeClr val="accent6"/>
                </a:solidFill>
                <a:latin typeface="Times New Roman"/>
                <a:ea typeface="微软雅黑"/>
                <a:sym typeface="Times New Roman"/>
              </a:rPr>
              <a:t>T	</a:t>
            </a:r>
            <a:r>
              <a:rPr lang="en-US" altLang="zh-CN" sz="5400" b="1" kern="2100" dirty="0">
                <a:solidFill>
                  <a:schemeClr val="accent6"/>
                </a:solidFill>
                <a:latin typeface="Times New Roman"/>
                <a:ea typeface="微软雅黑"/>
                <a:sym typeface="Times New Roman"/>
              </a:rPr>
              <a:t>hank you for your listening!</a:t>
            </a:r>
            <a:endParaRPr lang="en-US" sz="5400" kern="2100" dirty="0">
              <a:solidFill>
                <a:schemeClr val="accent6"/>
              </a:solidFill>
              <a:latin typeface="Times New Roman"/>
              <a:ea typeface="微软雅黑"/>
              <a:sym typeface="Times New Roman"/>
            </a:endParaRPr>
          </a:p>
        </p:txBody>
      </p:sp>
      <p:sp>
        <p:nvSpPr>
          <p:cNvPr id="18" name="Freeform 5">
            <a:extLst>
              <a:ext uri="{FF2B5EF4-FFF2-40B4-BE49-F238E27FC236}">
                <a16:creationId xmlns:a16="http://schemas.microsoft.com/office/drawing/2014/main" id="{0F3382AA-2817-1DCF-EAD1-CA162AFB08ED}"/>
              </a:ext>
            </a:extLst>
          </p:cNvPr>
          <p:cNvSpPr>
            <a:spLocks/>
          </p:cNvSpPr>
          <p:nvPr/>
        </p:nvSpPr>
        <p:spPr bwMode="auto">
          <a:xfrm>
            <a:off x="1828800" y="4452191"/>
            <a:ext cx="651224" cy="651498"/>
          </a:xfrm>
          <a:custGeom>
            <a:avLst/>
            <a:gdLst>
              <a:gd name="T0" fmla="*/ 2134 w 2516"/>
              <a:gd name="T1" fmla="*/ 1950 h 2516"/>
              <a:gd name="T2" fmla="*/ 1950 w 2516"/>
              <a:gd name="T3" fmla="*/ 2134 h 2516"/>
              <a:gd name="T4" fmla="*/ 566 w 2516"/>
              <a:gd name="T5" fmla="*/ 2134 h 2516"/>
              <a:gd name="T6" fmla="*/ 382 w 2516"/>
              <a:gd name="T7" fmla="*/ 1950 h 2516"/>
              <a:gd name="T8" fmla="*/ 382 w 2516"/>
              <a:gd name="T9" fmla="*/ 566 h 2516"/>
              <a:gd name="T10" fmla="*/ 566 w 2516"/>
              <a:gd name="T11" fmla="*/ 382 h 2516"/>
              <a:gd name="T12" fmla="*/ 1950 w 2516"/>
              <a:gd name="T13" fmla="*/ 382 h 2516"/>
              <a:gd name="T14" fmla="*/ 2134 w 2516"/>
              <a:gd name="T15" fmla="*/ 566 h 2516"/>
              <a:gd name="T16" fmla="*/ 2134 w 2516"/>
              <a:gd name="T17" fmla="*/ 1950 h 2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16" h="2516">
                <a:moveTo>
                  <a:pt x="2134" y="1950"/>
                </a:moveTo>
                <a:cubicBezTo>
                  <a:pt x="1950" y="2134"/>
                  <a:pt x="1950" y="2134"/>
                  <a:pt x="1950" y="2134"/>
                </a:cubicBezTo>
                <a:cubicBezTo>
                  <a:pt x="1568" y="2516"/>
                  <a:pt x="948" y="2516"/>
                  <a:pt x="566" y="2134"/>
                </a:cubicBezTo>
                <a:cubicBezTo>
                  <a:pt x="382" y="1950"/>
                  <a:pt x="382" y="1950"/>
                  <a:pt x="382" y="1950"/>
                </a:cubicBezTo>
                <a:cubicBezTo>
                  <a:pt x="0" y="1568"/>
                  <a:pt x="0" y="948"/>
                  <a:pt x="382" y="566"/>
                </a:cubicBezTo>
                <a:cubicBezTo>
                  <a:pt x="566" y="382"/>
                  <a:pt x="566" y="382"/>
                  <a:pt x="566" y="382"/>
                </a:cubicBezTo>
                <a:cubicBezTo>
                  <a:pt x="948" y="0"/>
                  <a:pt x="1568" y="0"/>
                  <a:pt x="1950" y="382"/>
                </a:cubicBezTo>
                <a:cubicBezTo>
                  <a:pt x="2134" y="566"/>
                  <a:pt x="2134" y="566"/>
                  <a:pt x="2134" y="566"/>
                </a:cubicBezTo>
                <a:cubicBezTo>
                  <a:pt x="2516" y="948"/>
                  <a:pt x="2516" y="1568"/>
                  <a:pt x="2134" y="1950"/>
                </a:cubicBezTo>
                <a:close/>
              </a:path>
            </a:pathLst>
          </a:custGeom>
          <a:solidFill>
            <a:srgbClr val="3DEDFD"/>
          </a:solidFill>
          <a:ln>
            <a:noFill/>
          </a:ln>
          <a:effectLst>
            <a:outerShdw blurRad="673100" dist="241300" dir="5400000" algn="ctr" rotWithShape="0">
              <a:srgbClr val="3DEDFD">
                <a:alpha val="67000"/>
              </a:srgbClr>
            </a:outerShdw>
          </a:effectLst>
        </p:spPr>
        <p:txBody>
          <a:bodyPr vert="horz" wrap="square" lIns="34286" tIns="17143" rIns="34286" bIns="17143" numCol="1" anchor="ctr" anchorCtr="0" compatLnSpc="1">
            <a:prstTxWarp prst="textNoShape">
              <a:avLst/>
            </a:prstTxWarp>
          </a:bodyPr>
          <a:lstStyle/>
          <a:p>
            <a:pPr algn="ctr" defTabSz="342832">
              <a:defRPr/>
            </a:pPr>
            <a:endParaRPr lang="en-US" sz="3299" kern="0" dirty="0">
              <a:solidFill>
                <a:srgbClr val="FFFFFF"/>
              </a:solidFill>
              <a:latin typeface="Times New Roman"/>
              <a:ea typeface="微软雅黑"/>
              <a:cs typeface="Arial" panose="020B0604020202020204" pitchFamily="34" charset="0"/>
              <a:sym typeface="Times New Roman"/>
            </a:endParaRPr>
          </a:p>
        </p:txBody>
      </p:sp>
      <p:sp>
        <p:nvSpPr>
          <p:cNvPr id="19" name="Freeform 5">
            <a:extLst>
              <a:ext uri="{FF2B5EF4-FFF2-40B4-BE49-F238E27FC236}">
                <a16:creationId xmlns:a16="http://schemas.microsoft.com/office/drawing/2014/main" id="{3C1C148B-C947-CDA8-D18A-73CFBC0B2E7D}"/>
              </a:ext>
            </a:extLst>
          </p:cNvPr>
          <p:cNvSpPr>
            <a:spLocks/>
          </p:cNvSpPr>
          <p:nvPr/>
        </p:nvSpPr>
        <p:spPr bwMode="auto">
          <a:xfrm>
            <a:off x="5262562" y="4456394"/>
            <a:ext cx="651224" cy="651498"/>
          </a:xfrm>
          <a:custGeom>
            <a:avLst/>
            <a:gdLst>
              <a:gd name="T0" fmla="*/ 2134 w 2516"/>
              <a:gd name="T1" fmla="*/ 1950 h 2516"/>
              <a:gd name="T2" fmla="*/ 1950 w 2516"/>
              <a:gd name="T3" fmla="*/ 2134 h 2516"/>
              <a:gd name="T4" fmla="*/ 566 w 2516"/>
              <a:gd name="T5" fmla="*/ 2134 h 2516"/>
              <a:gd name="T6" fmla="*/ 382 w 2516"/>
              <a:gd name="T7" fmla="*/ 1950 h 2516"/>
              <a:gd name="T8" fmla="*/ 382 w 2516"/>
              <a:gd name="T9" fmla="*/ 566 h 2516"/>
              <a:gd name="T10" fmla="*/ 566 w 2516"/>
              <a:gd name="T11" fmla="*/ 382 h 2516"/>
              <a:gd name="T12" fmla="*/ 1950 w 2516"/>
              <a:gd name="T13" fmla="*/ 382 h 2516"/>
              <a:gd name="T14" fmla="*/ 2134 w 2516"/>
              <a:gd name="T15" fmla="*/ 566 h 2516"/>
              <a:gd name="T16" fmla="*/ 2134 w 2516"/>
              <a:gd name="T17" fmla="*/ 1950 h 2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16" h="2516">
                <a:moveTo>
                  <a:pt x="2134" y="1950"/>
                </a:moveTo>
                <a:cubicBezTo>
                  <a:pt x="1950" y="2134"/>
                  <a:pt x="1950" y="2134"/>
                  <a:pt x="1950" y="2134"/>
                </a:cubicBezTo>
                <a:cubicBezTo>
                  <a:pt x="1568" y="2516"/>
                  <a:pt x="948" y="2516"/>
                  <a:pt x="566" y="2134"/>
                </a:cubicBezTo>
                <a:cubicBezTo>
                  <a:pt x="382" y="1950"/>
                  <a:pt x="382" y="1950"/>
                  <a:pt x="382" y="1950"/>
                </a:cubicBezTo>
                <a:cubicBezTo>
                  <a:pt x="0" y="1568"/>
                  <a:pt x="0" y="948"/>
                  <a:pt x="382" y="566"/>
                </a:cubicBezTo>
                <a:cubicBezTo>
                  <a:pt x="566" y="382"/>
                  <a:pt x="566" y="382"/>
                  <a:pt x="566" y="382"/>
                </a:cubicBezTo>
                <a:cubicBezTo>
                  <a:pt x="948" y="0"/>
                  <a:pt x="1568" y="0"/>
                  <a:pt x="1950" y="382"/>
                </a:cubicBezTo>
                <a:cubicBezTo>
                  <a:pt x="2134" y="566"/>
                  <a:pt x="2134" y="566"/>
                  <a:pt x="2134" y="566"/>
                </a:cubicBezTo>
                <a:cubicBezTo>
                  <a:pt x="2516" y="948"/>
                  <a:pt x="2516" y="1568"/>
                  <a:pt x="2134" y="1950"/>
                </a:cubicBezTo>
                <a:close/>
              </a:path>
            </a:pathLst>
          </a:custGeom>
          <a:solidFill>
            <a:srgbClr val="8BEEE6"/>
          </a:solidFill>
          <a:ln>
            <a:noFill/>
          </a:ln>
          <a:effectLst>
            <a:outerShdw blurRad="673100" dist="241300" dir="5400000" algn="ctr" rotWithShape="0">
              <a:srgbClr val="1FD3C6">
                <a:alpha val="66667"/>
              </a:srgbClr>
            </a:outerShdw>
          </a:effectLst>
        </p:spPr>
        <p:txBody>
          <a:bodyPr vert="horz" wrap="square" lIns="34286" tIns="17143" rIns="34286" bIns="17143" numCol="1" anchor="ctr" anchorCtr="0" compatLnSpc="1">
            <a:prstTxWarp prst="textNoShape">
              <a:avLst/>
            </a:prstTxWarp>
          </a:bodyPr>
          <a:lstStyle/>
          <a:p>
            <a:pPr algn="ctr" defTabSz="342832">
              <a:defRPr/>
            </a:pPr>
            <a:endParaRPr lang="en-US" sz="3299" kern="0" dirty="0">
              <a:solidFill>
                <a:srgbClr val="FFFFFF"/>
              </a:solidFill>
              <a:latin typeface="Times New Roman"/>
              <a:ea typeface="微软雅黑"/>
              <a:cs typeface="Arial" panose="020B0604020202020204" pitchFamily="34" charset="0"/>
              <a:sym typeface="Times New Roman"/>
            </a:endParaRPr>
          </a:p>
        </p:txBody>
      </p:sp>
      <p:sp>
        <p:nvSpPr>
          <p:cNvPr id="20" name="TextBox 58">
            <a:extLst>
              <a:ext uri="{FF2B5EF4-FFF2-40B4-BE49-F238E27FC236}">
                <a16:creationId xmlns:a16="http://schemas.microsoft.com/office/drawing/2014/main" id="{E0603E00-6F45-54DF-4902-83772A050E62}"/>
              </a:ext>
            </a:extLst>
          </p:cNvPr>
          <p:cNvSpPr txBox="1"/>
          <p:nvPr/>
        </p:nvSpPr>
        <p:spPr>
          <a:xfrm>
            <a:off x="2545632" y="4646145"/>
            <a:ext cx="2477663" cy="338554"/>
          </a:xfrm>
          <a:prstGeom prst="rect">
            <a:avLst/>
          </a:prstGeom>
          <a:noFill/>
        </p:spPr>
        <p:txBody>
          <a:bodyPr wrap="square" rtlCol="0">
            <a:spAutoFit/>
          </a:bodyPr>
          <a:lstStyle/>
          <a:p>
            <a:pPr defTabSz="171381"/>
            <a:r>
              <a:rPr lang="en-US" altLang="zh-CN" sz="1600" dirty="0">
                <a:solidFill>
                  <a:schemeClr val="accent6"/>
                </a:solidFill>
                <a:latin typeface="Times New Roman"/>
                <a:ea typeface="微软雅黑"/>
                <a:sym typeface="Times New Roman"/>
              </a:rPr>
              <a:t>Authors: </a:t>
            </a:r>
            <a:r>
              <a:rPr lang="zh-CN" altLang="en-US" sz="1600" dirty="0" smtClean="0">
                <a:solidFill>
                  <a:schemeClr val="accent6"/>
                </a:solidFill>
                <a:latin typeface="Times New Roman"/>
                <a:ea typeface="微软雅黑"/>
                <a:sym typeface="Times New Roman"/>
              </a:rPr>
              <a:t>刘喆 邓晨欣</a:t>
            </a:r>
            <a:endParaRPr lang="en-US" sz="1600" dirty="0">
              <a:solidFill>
                <a:schemeClr val="accent6"/>
              </a:solidFill>
              <a:latin typeface="Times New Roman"/>
              <a:ea typeface="微软雅黑"/>
              <a:sym typeface="Times New Roman"/>
            </a:endParaRPr>
          </a:p>
        </p:txBody>
      </p:sp>
      <p:sp>
        <p:nvSpPr>
          <p:cNvPr id="21" name="TextBox 59">
            <a:extLst>
              <a:ext uri="{FF2B5EF4-FFF2-40B4-BE49-F238E27FC236}">
                <a16:creationId xmlns:a16="http://schemas.microsoft.com/office/drawing/2014/main" id="{02ECAB04-5763-F464-151B-BE24E0994E52}"/>
              </a:ext>
            </a:extLst>
          </p:cNvPr>
          <p:cNvSpPr txBox="1"/>
          <p:nvPr/>
        </p:nvSpPr>
        <p:spPr>
          <a:xfrm>
            <a:off x="5966537" y="4650347"/>
            <a:ext cx="1621673" cy="338554"/>
          </a:xfrm>
          <a:prstGeom prst="rect">
            <a:avLst/>
          </a:prstGeom>
          <a:noFill/>
        </p:spPr>
        <p:txBody>
          <a:bodyPr wrap="square" rtlCol="0">
            <a:spAutoFit/>
          </a:bodyPr>
          <a:lstStyle/>
          <a:p>
            <a:pPr defTabSz="171381"/>
            <a:r>
              <a:rPr lang="en-US" sz="1600" dirty="0">
                <a:solidFill>
                  <a:schemeClr val="accent6"/>
                </a:solidFill>
                <a:latin typeface="Times New Roman"/>
                <a:ea typeface="微软雅黑"/>
                <a:sym typeface="Times New Roman"/>
              </a:rPr>
              <a:t>2024</a:t>
            </a:r>
            <a:r>
              <a:rPr lang="zh-CN" altLang="en-US" sz="1600" dirty="0">
                <a:solidFill>
                  <a:schemeClr val="accent6"/>
                </a:solidFill>
                <a:latin typeface="Times New Roman"/>
                <a:ea typeface="微软雅黑"/>
                <a:sym typeface="Times New Roman"/>
              </a:rPr>
              <a:t>年</a:t>
            </a:r>
            <a:r>
              <a:rPr lang="en-US" altLang="zh-CN" sz="1600" dirty="0" smtClean="0">
                <a:solidFill>
                  <a:schemeClr val="accent6"/>
                </a:solidFill>
                <a:latin typeface="Times New Roman"/>
                <a:ea typeface="微软雅黑"/>
                <a:sym typeface="Times New Roman"/>
              </a:rPr>
              <a:t>11</a:t>
            </a:r>
            <a:r>
              <a:rPr lang="zh-CN" altLang="en-US" sz="1600" dirty="0" smtClean="0">
                <a:solidFill>
                  <a:schemeClr val="accent6"/>
                </a:solidFill>
                <a:latin typeface="Times New Roman"/>
                <a:ea typeface="微软雅黑"/>
                <a:sym typeface="Times New Roman"/>
              </a:rPr>
              <a:t>月</a:t>
            </a:r>
            <a:r>
              <a:rPr lang="en-US" altLang="zh-CN" sz="1600" dirty="0" smtClean="0">
                <a:solidFill>
                  <a:schemeClr val="accent6"/>
                </a:solidFill>
                <a:latin typeface="Times New Roman"/>
                <a:ea typeface="微软雅黑"/>
                <a:sym typeface="Times New Roman"/>
              </a:rPr>
              <a:t>6</a:t>
            </a:r>
            <a:r>
              <a:rPr lang="zh-CN" altLang="en-US" sz="1600" dirty="0" smtClean="0">
                <a:solidFill>
                  <a:schemeClr val="accent6"/>
                </a:solidFill>
                <a:latin typeface="Times New Roman"/>
                <a:ea typeface="微软雅黑"/>
                <a:sym typeface="Times New Roman"/>
              </a:rPr>
              <a:t>日</a:t>
            </a:r>
            <a:endParaRPr lang="en-US" sz="1600" dirty="0">
              <a:solidFill>
                <a:schemeClr val="accent6"/>
              </a:solidFill>
              <a:latin typeface="Times New Roman"/>
              <a:ea typeface="微软雅黑"/>
              <a:sym typeface="Times New Roman"/>
            </a:endParaRPr>
          </a:p>
        </p:txBody>
      </p:sp>
      <p:sp>
        <p:nvSpPr>
          <p:cNvPr id="22" name="Freeform 13">
            <a:extLst>
              <a:ext uri="{FF2B5EF4-FFF2-40B4-BE49-F238E27FC236}">
                <a16:creationId xmlns:a16="http://schemas.microsoft.com/office/drawing/2014/main" id="{D64564E3-616E-C5C2-BEFC-C146BC3667DA}"/>
              </a:ext>
            </a:extLst>
          </p:cNvPr>
          <p:cNvSpPr>
            <a:spLocks noEditPoints="1"/>
          </p:cNvSpPr>
          <p:nvPr/>
        </p:nvSpPr>
        <p:spPr bwMode="auto">
          <a:xfrm>
            <a:off x="2033878" y="4673717"/>
            <a:ext cx="241697" cy="236935"/>
          </a:xfrm>
          <a:custGeom>
            <a:avLst/>
            <a:gdLst>
              <a:gd name="T0" fmla="*/ 33 w 85"/>
              <a:gd name="T1" fmla="*/ 17 h 83"/>
              <a:gd name="T2" fmla="*/ 42 w 85"/>
              <a:gd name="T3" fmla="*/ 8 h 83"/>
              <a:gd name="T4" fmla="*/ 52 w 85"/>
              <a:gd name="T5" fmla="*/ 17 h 83"/>
              <a:gd name="T6" fmla="*/ 42 w 85"/>
              <a:gd name="T7" fmla="*/ 26 h 83"/>
              <a:gd name="T8" fmla="*/ 33 w 85"/>
              <a:gd name="T9" fmla="*/ 17 h 83"/>
              <a:gd name="T10" fmla="*/ 55 w 85"/>
              <a:gd name="T11" fmla="*/ 30 h 83"/>
              <a:gd name="T12" fmla="*/ 30 w 85"/>
              <a:gd name="T13" fmla="*/ 30 h 83"/>
              <a:gd name="T14" fmla="*/ 27 w 85"/>
              <a:gd name="T15" fmla="*/ 34 h 83"/>
              <a:gd name="T16" fmla="*/ 27 w 85"/>
              <a:gd name="T17" fmla="*/ 55 h 83"/>
              <a:gd name="T18" fmla="*/ 30 w 85"/>
              <a:gd name="T19" fmla="*/ 58 h 83"/>
              <a:gd name="T20" fmla="*/ 33 w 85"/>
              <a:gd name="T21" fmla="*/ 58 h 83"/>
              <a:gd name="T22" fmla="*/ 33 w 85"/>
              <a:gd name="T23" fmla="*/ 80 h 83"/>
              <a:gd name="T24" fmla="*/ 36 w 85"/>
              <a:gd name="T25" fmla="*/ 83 h 83"/>
              <a:gd name="T26" fmla="*/ 49 w 85"/>
              <a:gd name="T27" fmla="*/ 83 h 83"/>
              <a:gd name="T28" fmla="*/ 52 w 85"/>
              <a:gd name="T29" fmla="*/ 80 h 83"/>
              <a:gd name="T30" fmla="*/ 52 w 85"/>
              <a:gd name="T31" fmla="*/ 58 h 83"/>
              <a:gd name="T32" fmla="*/ 55 w 85"/>
              <a:gd name="T33" fmla="*/ 58 h 83"/>
              <a:gd name="T34" fmla="*/ 58 w 85"/>
              <a:gd name="T35" fmla="*/ 55 h 83"/>
              <a:gd name="T36" fmla="*/ 58 w 85"/>
              <a:gd name="T37" fmla="*/ 34 h 83"/>
              <a:gd name="T38" fmla="*/ 55 w 85"/>
              <a:gd name="T39" fmla="*/ 30 h 83"/>
              <a:gd name="T40" fmla="*/ 70 w 85"/>
              <a:gd name="T41" fmla="*/ 17 h 83"/>
              <a:gd name="T42" fmla="*/ 79 w 85"/>
              <a:gd name="T43" fmla="*/ 8 h 83"/>
              <a:gd name="T44" fmla="*/ 70 w 85"/>
              <a:gd name="T45" fmla="*/ 0 h 83"/>
              <a:gd name="T46" fmla="*/ 61 w 85"/>
              <a:gd name="T47" fmla="*/ 8 h 83"/>
              <a:gd name="T48" fmla="*/ 70 w 85"/>
              <a:gd name="T49" fmla="*/ 17 h 83"/>
              <a:gd name="T50" fmla="*/ 82 w 85"/>
              <a:gd name="T51" fmla="*/ 21 h 83"/>
              <a:gd name="T52" fmla="*/ 59 w 85"/>
              <a:gd name="T53" fmla="*/ 21 h 83"/>
              <a:gd name="T54" fmla="*/ 56 w 85"/>
              <a:gd name="T55" fmla="*/ 24 h 83"/>
              <a:gd name="T56" fmla="*/ 56 w 85"/>
              <a:gd name="T57" fmla="*/ 24 h 83"/>
              <a:gd name="T58" fmla="*/ 65 w 85"/>
              <a:gd name="T59" fmla="*/ 34 h 83"/>
              <a:gd name="T60" fmla="*/ 65 w 85"/>
              <a:gd name="T61" fmla="*/ 55 h 83"/>
              <a:gd name="T62" fmla="*/ 61 w 85"/>
              <a:gd name="T63" fmla="*/ 62 h 83"/>
              <a:gd name="T64" fmla="*/ 61 w 85"/>
              <a:gd name="T65" fmla="*/ 67 h 83"/>
              <a:gd name="T66" fmla="*/ 64 w 85"/>
              <a:gd name="T67" fmla="*/ 70 h 83"/>
              <a:gd name="T68" fmla="*/ 76 w 85"/>
              <a:gd name="T69" fmla="*/ 70 h 83"/>
              <a:gd name="T70" fmla="*/ 79 w 85"/>
              <a:gd name="T71" fmla="*/ 67 h 83"/>
              <a:gd name="T72" fmla="*/ 79 w 85"/>
              <a:gd name="T73" fmla="*/ 46 h 83"/>
              <a:gd name="T74" fmla="*/ 82 w 85"/>
              <a:gd name="T75" fmla="*/ 46 h 83"/>
              <a:gd name="T76" fmla="*/ 85 w 85"/>
              <a:gd name="T77" fmla="*/ 43 h 83"/>
              <a:gd name="T78" fmla="*/ 85 w 85"/>
              <a:gd name="T79" fmla="*/ 24 h 83"/>
              <a:gd name="T80" fmla="*/ 82 w 85"/>
              <a:gd name="T81" fmla="*/ 21 h 83"/>
              <a:gd name="T82" fmla="*/ 24 w 85"/>
              <a:gd name="T83" fmla="*/ 8 h 83"/>
              <a:gd name="T84" fmla="*/ 15 w 85"/>
              <a:gd name="T85" fmla="*/ 0 h 83"/>
              <a:gd name="T86" fmla="*/ 6 w 85"/>
              <a:gd name="T87" fmla="*/ 8 h 83"/>
              <a:gd name="T88" fmla="*/ 15 w 85"/>
              <a:gd name="T89" fmla="*/ 17 h 83"/>
              <a:gd name="T90" fmla="*/ 24 w 85"/>
              <a:gd name="T91" fmla="*/ 8 h 83"/>
              <a:gd name="T92" fmla="*/ 0 w 85"/>
              <a:gd name="T93" fmla="*/ 24 h 83"/>
              <a:gd name="T94" fmla="*/ 0 w 85"/>
              <a:gd name="T95" fmla="*/ 43 h 83"/>
              <a:gd name="T96" fmla="*/ 3 w 85"/>
              <a:gd name="T97" fmla="*/ 46 h 83"/>
              <a:gd name="T98" fmla="*/ 6 w 85"/>
              <a:gd name="T99" fmla="*/ 46 h 83"/>
              <a:gd name="T100" fmla="*/ 6 w 85"/>
              <a:gd name="T101" fmla="*/ 67 h 83"/>
              <a:gd name="T102" fmla="*/ 9 w 85"/>
              <a:gd name="T103" fmla="*/ 70 h 83"/>
              <a:gd name="T104" fmla="*/ 20 w 85"/>
              <a:gd name="T105" fmla="*/ 70 h 83"/>
              <a:gd name="T106" fmla="*/ 23 w 85"/>
              <a:gd name="T107" fmla="*/ 67 h 83"/>
              <a:gd name="T108" fmla="*/ 23 w 85"/>
              <a:gd name="T109" fmla="*/ 62 h 83"/>
              <a:gd name="T110" fmla="*/ 20 w 85"/>
              <a:gd name="T111" fmla="*/ 55 h 83"/>
              <a:gd name="T112" fmla="*/ 20 w 85"/>
              <a:gd name="T113" fmla="*/ 34 h 83"/>
              <a:gd name="T114" fmla="*/ 29 w 85"/>
              <a:gd name="T115" fmla="*/ 24 h 83"/>
              <a:gd name="T116" fmla="*/ 29 w 85"/>
              <a:gd name="T117" fmla="*/ 24 h 83"/>
              <a:gd name="T118" fmla="*/ 26 w 85"/>
              <a:gd name="T119" fmla="*/ 21 h 83"/>
              <a:gd name="T120" fmla="*/ 3 w 85"/>
              <a:gd name="T121" fmla="*/ 21 h 83"/>
              <a:gd name="T122" fmla="*/ 0 w 85"/>
              <a:gd name="T123" fmla="*/ 24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 h="83">
                <a:moveTo>
                  <a:pt x="33" y="17"/>
                </a:moveTo>
                <a:cubicBezTo>
                  <a:pt x="33" y="12"/>
                  <a:pt x="37" y="8"/>
                  <a:pt x="42" y="8"/>
                </a:cubicBezTo>
                <a:cubicBezTo>
                  <a:pt x="48" y="8"/>
                  <a:pt x="52" y="12"/>
                  <a:pt x="52" y="17"/>
                </a:cubicBezTo>
                <a:cubicBezTo>
                  <a:pt x="52" y="22"/>
                  <a:pt x="48" y="26"/>
                  <a:pt x="42" y="26"/>
                </a:cubicBezTo>
                <a:cubicBezTo>
                  <a:pt x="37" y="26"/>
                  <a:pt x="33" y="22"/>
                  <a:pt x="33" y="17"/>
                </a:cubicBezTo>
                <a:close/>
                <a:moveTo>
                  <a:pt x="55" y="30"/>
                </a:moveTo>
                <a:cubicBezTo>
                  <a:pt x="30" y="30"/>
                  <a:pt x="30" y="30"/>
                  <a:pt x="30" y="30"/>
                </a:cubicBezTo>
                <a:cubicBezTo>
                  <a:pt x="28" y="30"/>
                  <a:pt x="27" y="32"/>
                  <a:pt x="27" y="34"/>
                </a:cubicBezTo>
                <a:cubicBezTo>
                  <a:pt x="27" y="55"/>
                  <a:pt x="27" y="55"/>
                  <a:pt x="27" y="55"/>
                </a:cubicBezTo>
                <a:cubicBezTo>
                  <a:pt x="27" y="57"/>
                  <a:pt x="28" y="58"/>
                  <a:pt x="30" y="58"/>
                </a:cubicBezTo>
                <a:cubicBezTo>
                  <a:pt x="33" y="58"/>
                  <a:pt x="33" y="58"/>
                  <a:pt x="33" y="58"/>
                </a:cubicBezTo>
                <a:cubicBezTo>
                  <a:pt x="33" y="80"/>
                  <a:pt x="33" y="80"/>
                  <a:pt x="33" y="80"/>
                </a:cubicBezTo>
                <a:cubicBezTo>
                  <a:pt x="33" y="82"/>
                  <a:pt x="35" y="83"/>
                  <a:pt x="36" y="83"/>
                </a:cubicBezTo>
                <a:cubicBezTo>
                  <a:pt x="49" y="83"/>
                  <a:pt x="49" y="83"/>
                  <a:pt x="49" y="83"/>
                </a:cubicBezTo>
                <a:cubicBezTo>
                  <a:pt x="51" y="83"/>
                  <a:pt x="52" y="82"/>
                  <a:pt x="52" y="80"/>
                </a:cubicBezTo>
                <a:cubicBezTo>
                  <a:pt x="52" y="58"/>
                  <a:pt x="52" y="58"/>
                  <a:pt x="52" y="58"/>
                </a:cubicBezTo>
                <a:cubicBezTo>
                  <a:pt x="55" y="58"/>
                  <a:pt x="55" y="58"/>
                  <a:pt x="55" y="58"/>
                </a:cubicBezTo>
                <a:cubicBezTo>
                  <a:pt x="57" y="58"/>
                  <a:pt x="58" y="57"/>
                  <a:pt x="58" y="55"/>
                </a:cubicBezTo>
                <a:cubicBezTo>
                  <a:pt x="58" y="34"/>
                  <a:pt x="58" y="34"/>
                  <a:pt x="58" y="34"/>
                </a:cubicBezTo>
                <a:cubicBezTo>
                  <a:pt x="58" y="32"/>
                  <a:pt x="57" y="30"/>
                  <a:pt x="55" y="30"/>
                </a:cubicBezTo>
                <a:close/>
                <a:moveTo>
                  <a:pt x="70" y="17"/>
                </a:moveTo>
                <a:cubicBezTo>
                  <a:pt x="75" y="17"/>
                  <a:pt x="79" y="13"/>
                  <a:pt x="79" y="8"/>
                </a:cubicBezTo>
                <a:cubicBezTo>
                  <a:pt x="79" y="3"/>
                  <a:pt x="75" y="0"/>
                  <a:pt x="70" y="0"/>
                </a:cubicBezTo>
                <a:cubicBezTo>
                  <a:pt x="65" y="0"/>
                  <a:pt x="61" y="3"/>
                  <a:pt x="61" y="8"/>
                </a:cubicBezTo>
                <a:cubicBezTo>
                  <a:pt x="61" y="13"/>
                  <a:pt x="65" y="17"/>
                  <a:pt x="70" y="17"/>
                </a:cubicBezTo>
                <a:close/>
                <a:moveTo>
                  <a:pt x="82" y="21"/>
                </a:moveTo>
                <a:cubicBezTo>
                  <a:pt x="59" y="21"/>
                  <a:pt x="59" y="21"/>
                  <a:pt x="59" y="21"/>
                </a:cubicBezTo>
                <a:cubicBezTo>
                  <a:pt x="57" y="21"/>
                  <a:pt x="56" y="22"/>
                  <a:pt x="56" y="24"/>
                </a:cubicBezTo>
                <a:cubicBezTo>
                  <a:pt x="56" y="24"/>
                  <a:pt x="56" y="24"/>
                  <a:pt x="56" y="24"/>
                </a:cubicBezTo>
                <a:cubicBezTo>
                  <a:pt x="61" y="25"/>
                  <a:pt x="65" y="29"/>
                  <a:pt x="65" y="34"/>
                </a:cubicBezTo>
                <a:cubicBezTo>
                  <a:pt x="65" y="55"/>
                  <a:pt x="65" y="55"/>
                  <a:pt x="65" y="55"/>
                </a:cubicBezTo>
                <a:cubicBezTo>
                  <a:pt x="65" y="58"/>
                  <a:pt x="63" y="60"/>
                  <a:pt x="61" y="62"/>
                </a:cubicBezTo>
                <a:cubicBezTo>
                  <a:pt x="61" y="67"/>
                  <a:pt x="61" y="67"/>
                  <a:pt x="61" y="67"/>
                </a:cubicBezTo>
                <a:cubicBezTo>
                  <a:pt x="61" y="69"/>
                  <a:pt x="63" y="70"/>
                  <a:pt x="64" y="70"/>
                </a:cubicBezTo>
                <a:cubicBezTo>
                  <a:pt x="76" y="70"/>
                  <a:pt x="76" y="70"/>
                  <a:pt x="76" y="70"/>
                </a:cubicBezTo>
                <a:cubicBezTo>
                  <a:pt x="78" y="70"/>
                  <a:pt x="79" y="69"/>
                  <a:pt x="79" y="67"/>
                </a:cubicBezTo>
                <a:cubicBezTo>
                  <a:pt x="79" y="46"/>
                  <a:pt x="79" y="46"/>
                  <a:pt x="79" y="46"/>
                </a:cubicBezTo>
                <a:cubicBezTo>
                  <a:pt x="82" y="46"/>
                  <a:pt x="82" y="46"/>
                  <a:pt x="82" y="46"/>
                </a:cubicBezTo>
                <a:cubicBezTo>
                  <a:pt x="83" y="46"/>
                  <a:pt x="85" y="45"/>
                  <a:pt x="85" y="43"/>
                </a:cubicBezTo>
                <a:cubicBezTo>
                  <a:pt x="85" y="24"/>
                  <a:pt x="85" y="24"/>
                  <a:pt x="85" y="24"/>
                </a:cubicBezTo>
                <a:cubicBezTo>
                  <a:pt x="85" y="22"/>
                  <a:pt x="83" y="21"/>
                  <a:pt x="82" y="21"/>
                </a:cubicBezTo>
                <a:close/>
                <a:moveTo>
                  <a:pt x="24" y="8"/>
                </a:moveTo>
                <a:cubicBezTo>
                  <a:pt x="24" y="3"/>
                  <a:pt x="20" y="0"/>
                  <a:pt x="15" y="0"/>
                </a:cubicBezTo>
                <a:cubicBezTo>
                  <a:pt x="10" y="0"/>
                  <a:pt x="6" y="3"/>
                  <a:pt x="6" y="8"/>
                </a:cubicBezTo>
                <a:cubicBezTo>
                  <a:pt x="6" y="13"/>
                  <a:pt x="10" y="17"/>
                  <a:pt x="15" y="17"/>
                </a:cubicBezTo>
                <a:cubicBezTo>
                  <a:pt x="20" y="17"/>
                  <a:pt x="24" y="13"/>
                  <a:pt x="24" y="8"/>
                </a:cubicBezTo>
                <a:close/>
                <a:moveTo>
                  <a:pt x="0" y="24"/>
                </a:moveTo>
                <a:cubicBezTo>
                  <a:pt x="0" y="43"/>
                  <a:pt x="0" y="43"/>
                  <a:pt x="0" y="43"/>
                </a:cubicBezTo>
                <a:cubicBezTo>
                  <a:pt x="0" y="45"/>
                  <a:pt x="2" y="46"/>
                  <a:pt x="3" y="46"/>
                </a:cubicBezTo>
                <a:cubicBezTo>
                  <a:pt x="6" y="46"/>
                  <a:pt x="6" y="46"/>
                  <a:pt x="6" y="46"/>
                </a:cubicBezTo>
                <a:cubicBezTo>
                  <a:pt x="6" y="67"/>
                  <a:pt x="6" y="67"/>
                  <a:pt x="6" y="67"/>
                </a:cubicBezTo>
                <a:cubicBezTo>
                  <a:pt x="6" y="69"/>
                  <a:pt x="7" y="70"/>
                  <a:pt x="9" y="70"/>
                </a:cubicBezTo>
                <a:cubicBezTo>
                  <a:pt x="20" y="70"/>
                  <a:pt x="20" y="70"/>
                  <a:pt x="20" y="70"/>
                </a:cubicBezTo>
                <a:cubicBezTo>
                  <a:pt x="22" y="70"/>
                  <a:pt x="23" y="69"/>
                  <a:pt x="23" y="67"/>
                </a:cubicBezTo>
                <a:cubicBezTo>
                  <a:pt x="23" y="62"/>
                  <a:pt x="23" y="62"/>
                  <a:pt x="23" y="62"/>
                </a:cubicBezTo>
                <a:cubicBezTo>
                  <a:pt x="22" y="60"/>
                  <a:pt x="20" y="58"/>
                  <a:pt x="20" y="55"/>
                </a:cubicBezTo>
                <a:cubicBezTo>
                  <a:pt x="20" y="34"/>
                  <a:pt x="20" y="34"/>
                  <a:pt x="20" y="34"/>
                </a:cubicBezTo>
                <a:cubicBezTo>
                  <a:pt x="20" y="29"/>
                  <a:pt x="24" y="25"/>
                  <a:pt x="29" y="24"/>
                </a:cubicBezTo>
                <a:cubicBezTo>
                  <a:pt x="29" y="24"/>
                  <a:pt x="29" y="24"/>
                  <a:pt x="29" y="24"/>
                </a:cubicBezTo>
                <a:cubicBezTo>
                  <a:pt x="29" y="22"/>
                  <a:pt x="28" y="21"/>
                  <a:pt x="26" y="21"/>
                </a:cubicBezTo>
                <a:cubicBezTo>
                  <a:pt x="3" y="21"/>
                  <a:pt x="3" y="21"/>
                  <a:pt x="3" y="21"/>
                </a:cubicBezTo>
                <a:cubicBezTo>
                  <a:pt x="2" y="21"/>
                  <a:pt x="0" y="22"/>
                  <a:pt x="0" y="24"/>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pPr defTabSz="685800">
              <a:defRPr/>
            </a:pPr>
            <a:endParaRPr lang="x-none" sz="1350" kern="0">
              <a:solidFill>
                <a:srgbClr val="999999"/>
              </a:solidFill>
              <a:latin typeface="Times New Roman"/>
              <a:ea typeface="微软雅黑"/>
              <a:cs typeface="+mn-ea"/>
              <a:sym typeface="Times New Roman"/>
            </a:endParaRPr>
          </a:p>
        </p:txBody>
      </p:sp>
      <p:sp>
        <p:nvSpPr>
          <p:cNvPr id="23" name="Freeform 10">
            <a:extLst>
              <a:ext uri="{FF2B5EF4-FFF2-40B4-BE49-F238E27FC236}">
                <a16:creationId xmlns:a16="http://schemas.microsoft.com/office/drawing/2014/main" id="{D49836EE-7333-770D-D85A-2BF6619B4066}"/>
              </a:ext>
            </a:extLst>
          </p:cNvPr>
          <p:cNvSpPr>
            <a:spLocks noEditPoints="1"/>
          </p:cNvSpPr>
          <p:nvPr/>
        </p:nvSpPr>
        <p:spPr bwMode="auto">
          <a:xfrm>
            <a:off x="5500689" y="4654108"/>
            <a:ext cx="173831" cy="251222"/>
          </a:xfrm>
          <a:custGeom>
            <a:avLst/>
            <a:gdLst>
              <a:gd name="T0" fmla="*/ 28 w 61"/>
              <a:gd name="T1" fmla="*/ 43 h 88"/>
              <a:gd name="T2" fmla="*/ 33 w 61"/>
              <a:gd name="T3" fmla="*/ 43 h 88"/>
              <a:gd name="T4" fmla="*/ 33 w 61"/>
              <a:gd name="T5" fmla="*/ 70 h 88"/>
              <a:gd name="T6" fmla="*/ 28 w 61"/>
              <a:gd name="T7" fmla="*/ 70 h 88"/>
              <a:gd name="T8" fmla="*/ 28 w 61"/>
              <a:gd name="T9" fmla="*/ 43 h 88"/>
              <a:gd name="T10" fmla="*/ 30 w 61"/>
              <a:gd name="T11" fmla="*/ 0 h 88"/>
              <a:gd name="T12" fmla="*/ 0 w 61"/>
              <a:gd name="T13" fmla="*/ 31 h 88"/>
              <a:gd name="T14" fmla="*/ 6 w 61"/>
              <a:gd name="T15" fmla="*/ 49 h 88"/>
              <a:gd name="T16" fmla="*/ 13 w 61"/>
              <a:gd name="T17" fmla="*/ 63 h 88"/>
              <a:gd name="T18" fmla="*/ 19 w 61"/>
              <a:gd name="T19" fmla="*/ 70 h 88"/>
              <a:gd name="T20" fmla="*/ 23 w 61"/>
              <a:gd name="T21" fmla="*/ 70 h 88"/>
              <a:gd name="T22" fmla="*/ 23 w 61"/>
              <a:gd name="T23" fmla="*/ 43 h 88"/>
              <a:gd name="T24" fmla="*/ 18 w 61"/>
              <a:gd name="T25" fmla="*/ 43 h 88"/>
              <a:gd name="T26" fmla="*/ 9 w 61"/>
              <a:gd name="T27" fmla="*/ 34 h 88"/>
              <a:gd name="T28" fmla="*/ 18 w 61"/>
              <a:gd name="T29" fmla="*/ 25 h 88"/>
              <a:gd name="T30" fmla="*/ 27 w 61"/>
              <a:gd name="T31" fmla="*/ 34 h 88"/>
              <a:gd name="T32" fmla="*/ 26 w 61"/>
              <a:gd name="T33" fmla="*/ 38 h 88"/>
              <a:gd name="T34" fmla="*/ 34 w 61"/>
              <a:gd name="T35" fmla="*/ 38 h 88"/>
              <a:gd name="T36" fmla="*/ 33 w 61"/>
              <a:gd name="T37" fmla="*/ 34 h 88"/>
              <a:gd name="T38" fmla="*/ 42 w 61"/>
              <a:gd name="T39" fmla="*/ 25 h 88"/>
              <a:gd name="T40" fmla="*/ 51 w 61"/>
              <a:gd name="T41" fmla="*/ 34 h 88"/>
              <a:gd name="T42" fmla="*/ 42 w 61"/>
              <a:gd name="T43" fmla="*/ 43 h 88"/>
              <a:gd name="T44" fmla="*/ 38 w 61"/>
              <a:gd name="T45" fmla="*/ 43 h 88"/>
              <a:gd name="T46" fmla="*/ 38 w 61"/>
              <a:gd name="T47" fmla="*/ 70 h 88"/>
              <a:gd name="T48" fmla="*/ 41 w 61"/>
              <a:gd name="T49" fmla="*/ 70 h 88"/>
              <a:gd name="T50" fmla="*/ 48 w 61"/>
              <a:gd name="T51" fmla="*/ 63 h 88"/>
              <a:gd name="T52" fmla="*/ 55 w 61"/>
              <a:gd name="T53" fmla="*/ 49 h 88"/>
              <a:gd name="T54" fmla="*/ 61 w 61"/>
              <a:gd name="T55" fmla="*/ 31 h 88"/>
              <a:gd name="T56" fmla="*/ 30 w 61"/>
              <a:gd name="T57" fmla="*/ 0 h 88"/>
              <a:gd name="T58" fmla="*/ 14 w 61"/>
              <a:gd name="T59" fmla="*/ 34 h 88"/>
              <a:gd name="T60" fmla="*/ 18 w 61"/>
              <a:gd name="T61" fmla="*/ 38 h 88"/>
              <a:gd name="T62" fmla="*/ 23 w 61"/>
              <a:gd name="T63" fmla="*/ 34 h 88"/>
              <a:gd name="T64" fmla="*/ 18 w 61"/>
              <a:gd name="T65" fmla="*/ 30 h 88"/>
              <a:gd name="T66" fmla="*/ 14 w 61"/>
              <a:gd name="T67" fmla="*/ 34 h 88"/>
              <a:gd name="T68" fmla="*/ 47 w 61"/>
              <a:gd name="T69" fmla="*/ 34 h 88"/>
              <a:gd name="T70" fmla="*/ 42 w 61"/>
              <a:gd name="T71" fmla="*/ 30 h 88"/>
              <a:gd name="T72" fmla="*/ 38 w 61"/>
              <a:gd name="T73" fmla="*/ 34 h 88"/>
              <a:gd name="T74" fmla="*/ 42 w 61"/>
              <a:gd name="T75" fmla="*/ 38 h 88"/>
              <a:gd name="T76" fmla="*/ 47 w 61"/>
              <a:gd name="T77" fmla="*/ 34 h 88"/>
              <a:gd name="T78" fmla="*/ 45 w 61"/>
              <a:gd name="T79" fmla="*/ 77 h 88"/>
              <a:gd name="T80" fmla="*/ 42 w 61"/>
              <a:gd name="T81" fmla="*/ 75 h 88"/>
              <a:gd name="T82" fmla="*/ 18 w 61"/>
              <a:gd name="T83" fmla="*/ 75 h 88"/>
              <a:gd name="T84" fmla="*/ 16 w 61"/>
              <a:gd name="T85" fmla="*/ 77 h 88"/>
              <a:gd name="T86" fmla="*/ 18 w 61"/>
              <a:gd name="T87" fmla="*/ 79 h 88"/>
              <a:gd name="T88" fmla="*/ 42 w 61"/>
              <a:gd name="T89" fmla="*/ 79 h 88"/>
              <a:gd name="T90" fmla="*/ 45 w 61"/>
              <a:gd name="T91" fmla="*/ 77 h 88"/>
              <a:gd name="T92" fmla="*/ 42 w 61"/>
              <a:gd name="T93" fmla="*/ 86 h 88"/>
              <a:gd name="T94" fmla="*/ 39 w 61"/>
              <a:gd name="T95" fmla="*/ 83 h 88"/>
              <a:gd name="T96" fmla="*/ 21 w 61"/>
              <a:gd name="T97" fmla="*/ 83 h 88"/>
              <a:gd name="T98" fmla="*/ 19 w 61"/>
              <a:gd name="T99" fmla="*/ 86 h 88"/>
              <a:gd name="T100" fmla="*/ 21 w 61"/>
              <a:gd name="T101" fmla="*/ 88 h 88"/>
              <a:gd name="T102" fmla="*/ 39 w 61"/>
              <a:gd name="T103" fmla="*/ 88 h 88"/>
              <a:gd name="T104" fmla="*/ 42 w 61"/>
              <a:gd name="T105" fmla="*/ 86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1" h="88">
                <a:moveTo>
                  <a:pt x="28" y="43"/>
                </a:moveTo>
                <a:cubicBezTo>
                  <a:pt x="33" y="43"/>
                  <a:pt x="33" y="43"/>
                  <a:pt x="33" y="43"/>
                </a:cubicBezTo>
                <a:cubicBezTo>
                  <a:pt x="33" y="70"/>
                  <a:pt x="33" y="70"/>
                  <a:pt x="33" y="70"/>
                </a:cubicBezTo>
                <a:cubicBezTo>
                  <a:pt x="28" y="70"/>
                  <a:pt x="28" y="70"/>
                  <a:pt x="28" y="70"/>
                </a:cubicBezTo>
                <a:lnTo>
                  <a:pt x="28" y="43"/>
                </a:lnTo>
                <a:close/>
                <a:moveTo>
                  <a:pt x="30" y="0"/>
                </a:moveTo>
                <a:cubicBezTo>
                  <a:pt x="14" y="0"/>
                  <a:pt x="0" y="14"/>
                  <a:pt x="0" y="31"/>
                </a:cubicBezTo>
                <a:cubicBezTo>
                  <a:pt x="0" y="38"/>
                  <a:pt x="2" y="44"/>
                  <a:pt x="6" y="49"/>
                </a:cubicBezTo>
                <a:cubicBezTo>
                  <a:pt x="12" y="57"/>
                  <a:pt x="13" y="60"/>
                  <a:pt x="13" y="63"/>
                </a:cubicBezTo>
                <a:cubicBezTo>
                  <a:pt x="13" y="67"/>
                  <a:pt x="16" y="70"/>
                  <a:pt x="19" y="70"/>
                </a:cubicBezTo>
                <a:cubicBezTo>
                  <a:pt x="23" y="70"/>
                  <a:pt x="23" y="70"/>
                  <a:pt x="23" y="70"/>
                </a:cubicBezTo>
                <a:cubicBezTo>
                  <a:pt x="23" y="43"/>
                  <a:pt x="23" y="43"/>
                  <a:pt x="23" y="43"/>
                </a:cubicBezTo>
                <a:cubicBezTo>
                  <a:pt x="18" y="43"/>
                  <a:pt x="18" y="43"/>
                  <a:pt x="18" y="43"/>
                </a:cubicBezTo>
                <a:cubicBezTo>
                  <a:pt x="14" y="43"/>
                  <a:pt x="9" y="39"/>
                  <a:pt x="9" y="34"/>
                </a:cubicBezTo>
                <a:cubicBezTo>
                  <a:pt x="9" y="29"/>
                  <a:pt x="14" y="25"/>
                  <a:pt x="18" y="25"/>
                </a:cubicBezTo>
                <a:cubicBezTo>
                  <a:pt x="23" y="25"/>
                  <a:pt x="27" y="29"/>
                  <a:pt x="27" y="34"/>
                </a:cubicBezTo>
                <a:cubicBezTo>
                  <a:pt x="27" y="36"/>
                  <a:pt x="27" y="37"/>
                  <a:pt x="26" y="38"/>
                </a:cubicBezTo>
                <a:cubicBezTo>
                  <a:pt x="34" y="38"/>
                  <a:pt x="34" y="38"/>
                  <a:pt x="34" y="38"/>
                </a:cubicBezTo>
                <a:cubicBezTo>
                  <a:pt x="34" y="37"/>
                  <a:pt x="33" y="36"/>
                  <a:pt x="33" y="34"/>
                </a:cubicBezTo>
                <a:cubicBezTo>
                  <a:pt x="33" y="29"/>
                  <a:pt x="37" y="25"/>
                  <a:pt x="42" y="25"/>
                </a:cubicBezTo>
                <a:cubicBezTo>
                  <a:pt x="47" y="25"/>
                  <a:pt x="51" y="29"/>
                  <a:pt x="51" y="34"/>
                </a:cubicBezTo>
                <a:cubicBezTo>
                  <a:pt x="51" y="39"/>
                  <a:pt x="47" y="43"/>
                  <a:pt x="42" y="43"/>
                </a:cubicBezTo>
                <a:cubicBezTo>
                  <a:pt x="38" y="43"/>
                  <a:pt x="38" y="43"/>
                  <a:pt x="38" y="43"/>
                </a:cubicBezTo>
                <a:cubicBezTo>
                  <a:pt x="38" y="70"/>
                  <a:pt x="38" y="70"/>
                  <a:pt x="38" y="70"/>
                </a:cubicBezTo>
                <a:cubicBezTo>
                  <a:pt x="41" y="70"/>
                  <a:pt x="41" y="70"/>
                  <a:pt x="41" y="70"/>
                </a:cubicBezTo>
                <a:cubicBezTo>
                  <a:pt x="45" y="70"/>
                  <a:pt x="48" y="67"/>
                  <a:pt x="48" y="63"/>
                </a:cubicBezTo>
                <a:cubicBezTo>
                  <a:pt x="48" y="60"/>
                  <a:pt x="49" y="57"/>
                  <a:pt x="55" y="49"/>
                </a:cubicBezTo>
                <a:cubicBezTo>
                  <a:pt x="59" y="44"/>
                  <a:pt x="61" y="38"/>
                  <a:pt x="61" y="31"/>
                </a:cubicBezTo>
                <a:cubicBezTo>
                  <a:pt x="61" y="14"/>
                  <a:pt x="47" y="0"/>
                  <a:pt x="30" y="0"/>
                </a:cubicBezTo>
                <a:close/>
                <a:moveTo>
                  <a:pt x="14" y="34"/>
                </a:moveTo>
                <a:cubicBezTo>
                  <a:pt x="14" y="36"/>
                  <a:pt x="16" y="38"/>
                  <a:pt x="18" y="38"/>
                </a:cubicBezTo>
                <a:cubicBezTo>
                  <a:pt x="21" y="38"/>
                  <a:pt x="23" y="36"/>
                  <a:pt x="23" y="34"/>
                </a:cubicBezTo>
                <a:cubicBezTo>
                  <a:pt x="23" y="32"/>
                  <a:pt x="21" y="30"/>
                  <a:pt x="18" y="30"/>
                </a:cubicBezTo>
                <a:cubicBezTo>
                  <a:pt x="16" y="30"/>
                  <a:pt x="14" y="32"/>
                  <a:pt x="14" y="34"/>
                </a:cubicBezTo>
                <a:close/>
                <a:moveTo>
                  <a:pt x="47" y="34"/>
                </a:moveTo>
                <a:cubicBezTo>
                  <a:pt x="47" y="32"/>
                  <a:pt x="45" y="30"/>
                  <a:pt x="42" y="30"/>
                </a:cubicBezTo>
                <a:cubicBezTo>
                  <a:pt x="40" y="30"/>
                  <a:pt x="38" y="32"/>
                  <a:pt x="38" y="34"/>
                </a:cubicBezTo>
                <a:cubicBezTo>
                  <a:pt x="38" y="36"/>
                  <a:pt x="40" y="38"/>
                  <a:pt x="42" y="38"/>
                </a:cubicBezTo>
                <a:cubicBezTo>
                  <a:pt x="45" y="38"/>
                  <a:pt x="47" y="36"/>
                  <a:pt x="47" y="34"/>
                </a:cubicBezTo>
                <a:close/>
                <a:moveTo>
                  <a:pt x="45" y="77"/>
                </a:moveTo>
                <a:cubicBezTo>
                  <a:pt x="45" y="76"/>
                  <a:pt x="44" y="75"/>
                  <a:pt x="42" y="75"/>
                </a:cubicBezTo>
                <a:cubicBezTo>
                  <a:pt x="18" y="75"/>
                  <a:pt x="18" y="75"/>
                  <a:pt x="18" y="75"/>
                </a:cubicBezTo>
                <a:cubicBezTo>
                  <a:pt x="17" y="75"/>
                  <a:pt x="16" y="76"/>
                  <a:pt x="16" y="77"/>
                </a:cubicBezTo>
                <a:cubicBezTo>
                  <a:pt x="16" y="78"/>
                  <a:pt x="17" y="79"/>
                  <a:pt x="18" y="79"/>
                </a:cubicBezTo>
                <a:cubicBezTo>
                  <a:pt x="42" y="79"/>
                  <a:pt x="42" y="79"/>
                  <a:pt x="42" y="79"/>
                </a:cubicBezTo>
                <a:cubicBezTo>
                  <a:pt x="44" y="79"/>
                  <a:pt x="45" y="78"/>
                  <a:pt x="45" y="77"/>
                </a:cubicBezTo>
                <a:close/>
                <a:moveTo>
                  <a:pt x="42" y="86"/>
                </a:moveTo>
                <a:cubicBezTo>
                  <a:pt x="42" y="84"/>
                  <a:pt x="41" y="83"/>
                  <a:pt x="39" y="83"/>
                </a:cubicBezTo>
                <a:cubicBezTo>
                  <a:pt x="21" y="83"/>
                  <a:pt x="21" y="83"/>
                  <a:pt x="21" y="83"/>
                </a:cubicBezTo>
                <a:cubicBezTo>
                  <a:pt x="20" y="83"/>
                  <a:pt x="19" y="84"/>
                  <a:pt x="19" y="86"/>
                </a:cubicBezTo>
                <a:cubicBezTo>
                  <a:pt x="19" y="87"/>
                  <a:pt x="20" y="88"/>
                  <a:pt x="21" y="88"/>
                </a:cubicBezTo>
                <a:cubicBezTo>
                  <a:pt x="39" y="88"/>
                  <a:pt x="39" y="88"/>
                  <a:pt x="39" y="88"/>
                </a:cubicBezTo>
                <a:cubicBezTo>
                  <a:pt x="41" y="88"/>
                  <a:pt x="42" y="87"/>
                  <a:pt x="42" y="86"/>
                </a:cubicBezTo>
                <a:close/>
              </a:path>
            </a:pathLst>
          </a:custGeom>
          <a:solidFill>
            <a:schemeClr val="bg1"/>
          </a:solidFill>
          <a:ln>
            <a:noFill/>
          </a:ln>
        </p:spPr>
        <p:txBody>
          <a:bodyPr vert="horz" wrap="square" lIns="68580" tIns="34290" rIns="68580" bIns="34290" numCol="1" anchor="t" anchorCtr="0" compatLnSpc="1">
            <a:prstTxWarp prst="textNoShape">
              <a:avLst/>
            </a:prstTxWarp>
          </a:bodyPr>
          <a:lstStyle/>
          <a:p>
            <a:pPr defTabSz="685800">
              <a:defRPr/>
            </a:pPr>
            <a:endParaRPr lang="x-none" sz="1350" kern="0">
              <a:solidFill>
                <a:srgbClr val="999999"/>
              </a:solidFill>
              <a:latin typeface="Times New Roman"/>
              <a:ea typeface="微软雅黑"/>
              <a:cs typeface="+mn-ea"/>
              <a:sym typeface="Times New Roman"/>
            </a:endParaRPr>
          </a:p>
        </p:txBody>
      </p:sp>
    </p:spTree>
    <p:extLst>
      <p:ext uri="{BB962C8B-B14F-4D97-AF65-F5344CB8AC3E}">
        <p14:creationId xmlns:p14="http://schemas.microsoft.com/office/powerpoint/2010/main" val="729578985"/>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14:presetBounceEnd="77500">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 calcmode="lin" valueType="num" p14:bounceEnd="77500">
                                          <p:cBhvr additive="base">
                                            <p:cTn id="7" dur="2000" fill="hold"/>
                                            <p:tgtEl>
                                              <p:spTgt spid="32"/>
                                            </p:tgtEl>
                                            <p:attrNameLst>
                                              <p:attrName>ppt_x</p:attrName>
                                            </p:attrNameLst>
                                          </p:cBhvr>
                                          <p:tavLst>
                                            <p:tav tm="0">
                                              <p:val>
                                                <p:strVal val="#ppt_x"/>
                                              </p:val>
                                            </p:tav>
                                            <p:tav tm="100000">
                                              <p:val>
                                                <p:strVal val="#ppt_x"/>
                                              </p:val>
                                            </p:tav>
                                          </p:tavLst>
                                        </p:anim>
                                        <p:anim calcmode="lin" valueType="num" p14:bounceEnd="77500">
                                          <p:cBhvr additive="base">
                                            <p:cTn id="8" dur="2000" fill="hold"/>
                                            <p:tgtEl>
                                              <p:spTgt spid="32"/>
                                            </p:tgtEl>
                                            <p:attrNameLst>
                                              <p:attrName>ppt_y</p:attrName>
                                            </p:attrNameLst>
                                          </p:cBhvr>
                                          <p:tavLst>
                                            <p:tav tm="0">
                                              <p:val>
                                                <p:strVal val="0-#ppt_h/2"/>
                                              </p:val>
                                            </p:tav>
                                            <p:tav tm="100000">
                                              <p:val>
                                                <p:strVal val="#ppt_y"/>
                                              </p:val>
                                            </p:tav>
                                          </p:tavLst>
                                        </p:anim>
                                      </p:childTnLst>
                                    </p:cTn>
                                  </p:par>
                                  <p:par>
                                    <p:cTn id="9" presetID="2" presetClass="entr" presetSubtype="8" decel="100000" fill="hold" grpId="0" nodeType="withEffect">
                                      <p:stCondLst>
                                        <p:cond delay="3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1500" fill="hold"/>
                                            <p:tgtEl>
                                              <p:spTgt spid="18"/>
                                            </p:tgtEl>
                                            <p:attrNameLst>
                                              <p:attrName>ppt_x</p:attrName>
                                            </p:attrNameLst>
                                          </p:cBhvr>
                                          <p:tavLst>
                                            <p:tav tm="0">
                                              <p:val>
                                                <p:strVal val="0-#ppt_w/2"/>
                                              </p:val>
                                            </p:tav>
                                            <p:tav tm="100000">
                                              <p:val>
                                                <p:strVal val="#ppt_x"/>
                                              </p:val>
                                            </p:tav>
                                          </p:tavLst>
                                        </p:anim>
                                        <p:anim calcmode="lin" valueType="num">
                                          <p:cBhvr additive="base">
                                            <p:cTn id="12" dur="1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50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1500" fill="hold"/>
                                            <p:tgtEl>
                                              <p:spTgt spid="19"/>
                                            </p:tgtEl>
                                            <p:attrNameLst>
                                              <p:attrName>ppt_x</p:attrName>
                                            </p:attrNameLst>
                                          </p:cBhvr>
                                          <p:tavLst>
                                            <p:tav tm="0">
                                              <p:val>
                                                <p:strVal val="0-#ppt_w/2"/>
                                              </p:val>
                                            </p:tav>
                                            <p:tav tm="100000">
                                              <p:val>
                                                <p:strVal val="#ppt_x"/>
                                              </p:val>
                                            </p:tav>
                                          </p:tavLst>
                                        </p:anim>
                                        <p:anim calcmode="lin" valueType="num">
                                          <p:cBhvr additive="base">
                                            <p:cTn id="16" dur="1500" fill="hold"/>
                                            <p:tgtEl>
                                              <p:spTgt spid="19"/>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60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1500" fill="hold"/>
                                            <p:tgtEl>
                                              <p:spTgt spid="20"/>
                                            </p:tgtEl>
                                            <p:attrNameLst>
                                              <p:attrName>ppt_x</p:attrName>
                                            </p:attrNameLst>
                                          </p:cBhvr>
                                          <p:tavLst>
                                            <p:tav tm="0">
                                              <p:val>
                                                <p:strVal val="0-#ppt_w/2"/>
                                              </p:val>
                                            </p:tav>
                                            <p:tav tm="100000">
                                              <p:val>
                                                <p:strVal val="#ppt_x"/>
                                              </p:val>
                                            </p:tav>
                                          </p:tavLst>
                                        </p:anim>
                                        <p:anim calcmode="lin" valueType="num">
                                          <p:cBhvr additive="base">
                                            <p:cTn id="20" dur="1500" fill="hold"/>
                                            <p:tgtEl>
                                              <p:spTgt spid="20"/>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80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1500" fill="hold"/>
                                            <p:tgtEl>
                                              <p:spTgt spid="21"/>
                                            </p:tgtEl>
                                            <p:attrNameLst>
                                              <p:attrName>ppt_x</p:attrName>
                                            </p:attrNameLst>
                                          </p:cBhvr>
                                          <p:tavLst>
                                            <p:tav tm="0">
                                              <p:val>
                                                <p:strVal val="0-#ppt_w/2"/>
                                              </p:val>
                                            </p:tav>
                                            <p:tav tm="100000">
                                              <p:val>
                                                <p:strVal val="#ppt_x"/>
                                              </p:val>
                                            </p:tav>
                                          </p:tavLst>
                                        </p:anim>
                                        <p:anim calcmode="lin" valueType="num">
                                          <p:cBhvr additive="base">
                                            <p:cTn id="24" dur="1500" fill="hold"/>
                                            <p:tgtEl>
                                              <p:spTgt spid="21"/>
                                            </p:tgtEl>
                                            <p:attrNameLst>
                                              <p:attrName>ppt_y</p:attrName>
                                            </p:attrNameLst>
                                          </p:cBhvr>
                                          <p:tavLst>
                                            <p:tav tm="0">
                                              <p:val>
                                                <p:strVal val="#ppt_y"/>
                                              </p:val>
                                            </p:tav>
                                            <p:tav tm="100000">
                                              <p:val>
                                                <p:strVal val="#ppt_y"/>
                                              </p:val>
                                            </p:tav>
                                          </p:tavLst>
                                        </p:anim>
                                      </p:childTnLst>
                                    </p:cTn>
                                  </p:par>
                                  <p:par>
                                    <p:cTn id="25" presetID="10" presetClass="entr" presetSubtype="0" fill="hold" grpId="0" nodeType="withEffect">
                                      <p:stCondLst>
                                        <p:cond delay="150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18" grpId="0" animBg="1"/>
          <p:bldP spid="19" grpId="0" animBg="1"/>
          <p:bldP spid="20" grpId="0"/>
          <p:bldP spid="21" grpId="0"/>
          <p:bldP spid="22" grpId="0" animBg="1"/>
          <p:bldP spid="23"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iterate type="lt">
                                        <p:tmPct val="10000"/>
                                      </p:iterate>
                                      <p:childTnLst>
                                        <p:set>
                                          <p:cBhvr>
                                            <p:cTn id="6" dur="1" fill="hold">
                                              <p:stCondLst>
                                                <p:cond delay="0"/>
                                              </p:stCondLst>
                                            </p:cTn>
                                            <p:tgtEl>
                                              <p:spTgt spid="32"/>
                                            </p:tgtEl>
                                            <p:attrNameLst>
                                              <p:attrName>style.visibility</p:attrName>
                                            </p:attrNameLst>
                                          </p:cBhvr>
                                          <p:to>
                                            <p:strVal val="visible"/>
                                          </p:to>
                                        </p:set>
                                        <p:anim calcmode="lin" valueType="num">
                                          <p:cBhvr additive="base">
                                            <p:cTn id="7" dur="2000" fill="hold"/>
                                            <p:tgtEl>
                                              <p:spTgt spid="32"/>
                                            </p:tgtEl>
                                            <p:attrNameLst>
                                              <p:attrName>ppt_x</p:attrName>
                                            </p:attrNameLst>
                                          </p:cBhvr>
                                          <p:tavLst>
                                            <p:tav tm="0">
                                              <p:val>
                                                <p:strVal val="#ppt_x"/>
                                              </p:val>
                                            </p:tav>
                                            <p:tav tm="100000">
                                              <p:val>
                                                <p:strVal val="#ppt_x"/>
                                              </p:val>
                                            </p:tav>
                                          </p:tavLst>
                                        </p:anim>
                                        <p:anim calcmode="lin" valueType="num">
                                          <p:cBhvr additive="base">
                                            <p:cTn id="8" dur="2000" fill="hold"/>
                                            <p:tgtEl>
                                              <p:spTgt spid="32"/>
                                            </p:tgtEl>
                                            <p:attrNameLst>
                                              <p:attrName>ppt_y</p:attrName>
                                            </p:attrNameLst>
                                          </p:cBhvr>
                                          <p:tavLst>
                                            <p:tav tm="0">
                                              <p:val>
                                                <p:strVal val="0-#ppt_h/2"/>
                                              </p:val>
                                            </p:tav>
                                            <p:tav tm="100000">
                                              <p:val>
                                                <p:strVal val="#ppt_y"/>
                                              </p:val>
                                            </p:tav>
                                          </p:tavLst>
                                        </p:anim>
                                      </p:childTnLst>
                                    </p:cTn>
                                  </p:par>
                                  <p:par>
                                    <p:cTn id="9" presetID="2" presetClass="entr" presetSubtype="8" decel="100000" fill="hold" grpId="0" nodeType="withEffect">
                                      <p:stCondLst>
                                        <p:cond delay="30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1500" fill="hold"/>
                                            <p:tgtEl>
                                              <p:spTgt spid="18"/>
                                            </p:tgtEl>
                                            <p:attrNameLst>
                                              <p:attrName>ppt_x</p:attrName>
                                            </p:attrNameLst>
                                          </p:cBhvr>
                                          <p:tavLst>
                                            <p:tav tm="0">
                                              <p:val>
                                                <p:strVal val="0-#ppt_w/2"/>
                                              </p:val>
                                            </p:tav>
                                            <p:tav tm="100000">
                                              <p:val>
                                                <p:strVal val="#ppt_x"/>
                                              </p:val>
                                            </p:tav>
                                          </p:tavLst>
                                        </p:anim>
                                        <p:anim calcmode="lin" valueType="num">
                                          <p:cBhvr additive="base">
                                            <p:cTn id="12" dur="1500" fill="hold"/>
                                            <p:tgtEl>
                                              <p:spTgt spid="18"/>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500"/>
                                      </p:stCondLst>
                                      <p:childTnLst>
                                        <p:set>
                                          <p:cBhvr>
                                            <p:cTn id="14" dur="1" fill="hold">
                                              <p:stCondLst>
                                                <p:cond delay="0"/>
                                              </p:stCondLst>
                                            </p:cTn>
                                            <p:tgtEl>
                                              <p:spTgt spid="19"/>
                                            </p:tgtEl>
                                            <p:attrNameLst>
                                              <p:attrName>style.visibility</p:attrName>
                                            </p:attrNameLst>
                                          </p:cBhvr>
                                          <p:to>
                                            <p:strVal val="visible"/>
                                          </p:to>
                                        </p:set>
                                        <p:anim calcmode="lin" valueType="num">
                                          <p:cBhvr additive="base">
                                            <p:cTn id="15" dur="1500" fill="hold"/>
                                            <p:tgtEl>
                                              <p:spTgt spid="19"/>
                                            </p:tgtEl>
                                            <p:attrNameLst>
                                              <p:attrName>ppt_x</p:attrName>
                                            </p:attrNameLst>
                                          </p:cBhvr>
                                          <p:tavLst>
                                            <p:tav tm="0">
                                              <p:val>
                                                <p:strVal val="0-#ppt_w/2"/>
                                              </p:val>
                                            </p:tav>
                                            <p:tav tm="100000">
                                              <p:val>
                                                <p:strVal val="#ppt_x"/>
                                              </p:val>
                                            </p:tav>
                                          </p:tavLst>
                                        </p:anim>
                                        <p:anim calcmode="lin" valueType="num">
                                          <p:cBhvr additive="base">
                                            <p:cTn id="16" dur="1500" fill="hold"/>
                                            <p:tgtEl>
                                              <p:spTgt spid="19"/>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60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1500" fill="hold"/>
                                            <p:tgtEl>
                                              <p:spTgt spid="20"/>
                                            </p:tgtEl>
                                            <p:attrNameLst>
                                              <p:attrName>ppt_x</p:attrName>
                                            </p:attrNameLst>
                                          </p:cBhvr>
                                          <p:tavLst>
                                            <p:tav tm="0">
                                              <p:val>
                                                <p:strVal val="0-#ppt_w/2"/>
                                              </p:val>
                                            </p:tav>
                                            <p:tav tm="100000">
                                              <p:val>
                                                <p:strVal val="#ppt_x"/>
                                              </p:val>
                                            </p:tav>
                                          </p:tavLst>
                                        </p:anim>
                                        <p:anim calcmode="lin" valueType="num">
                                          <p:cBhvr additive="base">
                                            <p:cTn id="20" dur="1500" fill="hold"/>
                                            <p:tgtEl>
                                              <p:spTgt spid="20"/>
                                            </p:tgtEl>
                                            <p:attrNameLst>
                                              <p:attrName>ppt_y</p:attrName>
                                            </p:attrNameLst>
                                          </p:cBhvr>
                                          <p:tavLst>
                                            <p:tav tm="0">
                                              <p:val>
                                                <p:strVal val="#ppt_y"/>
                                              </p:val>
                                            </p:tav>
                                            <p:tav tm="100000">
                                              <p:val>
                                                <p:strVal val="#ppt_y"/>
                                              </p:val>
                                            </p:tav>
                                          </p:tavLst>
                                        </p:anim>
                                      </p:childTnLst>
                                    </p:cTn>
                                  </p:par>
                                  <p:par>
                                    <p:cTn id="21" presetID="2" presetClass="entr" presetSubtype="8" decel="100000" fill="hold" grpId="0" nodeType="withEffect">
                                      <p:stCondLst>
                                        <p:cond delay="80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1500" fill="hold"/>
                                            <p:tgtEl>
                                              <p:spTgt spid="21"/>
                                            </p:tgtEl>
                                            <p:attrNameLst>
                                              <p:attrName>ppt_x</p:attrName>
                                            </p:attrNameLst>
                                          </p:cBhvr>
                                          <p:tavLst>
                                            <p:tav tm="0">
                                              <p:val>
                                                <p:strVal val="0-#ppt_w/2"/>
                                              </p:val>
                                            </p:tav>
                                            <p:tav tm="100000">
                                              <p:val>
                                                <p:strVal val="#ppt_x"/>
                                              </p:val>
                                            </p:tav>
                                          </p:tavLst>
                                        </p:anim>
                                        <p:anim calcmode="lin" valueType="num">
                                          <p:cBhvr additive="base">
                                            <p:cTn id="24" dur="1500" fill="hold"/>
                                            <p:tgtEl>
                                              <p:spTgt spid="21"/>
                                            </p:tgtEl>
                                            <p:attrNameLst>
                                              <p:attrName>ppt_y</p:attrName>
                                            </p:attrNameLst>
                                          </p:cBhvr>
                                          <p:tavLst>
                                            <p:tav tm="0">
                                              <p:val>
                                                <p:strVal val="#ppt_y"/>
                                              </p:val>
                                            </p:tav>
                                            <p:tav tm="100000">
                                              <p:val>
                                                <p:strVal val="#ppt_y"/>
                                              </p:val>
                                            </p:tav>
                                          </p:tavLst>
                                        </p:anim>
                                      </p:childTnLst>
                                    </p:cTn>
                                  </p:par>
                                  <p:par>
                                    <p:cTn id="25" presetID="10" presetClass="entr" presetSubtype="0" fill="hold" grpId="0" nodeType="withEffect">
                                      <p:stCondLst>
                                        <p:cond delay="150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18" grpId="0" animBg="1"/>
          <p:bldP spid="19" grpId="0" animBg="1"/>
          <p:bldP spid="20" grpId="0"/>
          <p:bldP spid="21" grpId="0"/>
          <p:bldP spid="22" grpId="0" animBg="1"/>
          <p:bldP spid="23" grpId="0" animBg="1"/>
        </p:bldLst>
      </p:timing>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1603</TotalTime>
  <Words>1202</Words>
  <Application>Microsoft Office PowerPoint</Application>
  <PresentationFormat>全屏显示(4:3)</PresentationFormat>
  <Paragraphs>47</Paragraphs>
  <Slides>12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-apple-system</vt:lpstr>
      <vt:lpstr>等线</vt:lpstr>
      <vt:lpstr>宋体</vt:lpstr>
      <vt:lpstr>微软雅黑</vt:lpstr>
      <vt:lpstr>Arial</vt:lpstr>
      <vt:lpstr>Calibri</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刘喆</dc:creator>
  <cp:lastModifiedBy>s1012480564</cp:lastModifiedBy>
  <cp:revision>247</cp:revision>
  <dcterms:created xsi:type="dcterms:W3CDTF">2006-08-16T00:00:00Z</dcterms:created>
  <dcterms:modified xsi:type="dcterms:W3CDTF">2024-11-06T05:24:21Z</dcterms:modified>
</cp:coreProperties>
</file>